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98f808c8a4965" /><Relationship Type="http://schemas.openxmlformats.org/officeDocument/2006/relationships/extended-properties" Target="/docProps/app.xml" Id="Rbd954c6705f1474c" /><Relationship Type="http://schemas.openxmlformats.org/officeDocument/2006/relationships/officeDocument" Target="/ppt/presentation.xml" Id="R26fe701664b940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9c556c9d04d49"/>
  </p:sldMasterIdLst>
  <p:notesMasterIdLst>
    <p:notesMasterId xmlns:r="http://schemas.openxmlformats.org/officeDocument/2006/relationships" r:id="R72f7ca23c7374bad"/>
  </p:notesMasterIdLst>
  <p:sldIdLst>
    <p:sldId xmlns:r="http://schemas.openxmlformats.org/officeDocument/2006/relationships" id="256" r:id="Rb67e216a302d4c30"/>
    <p:sldId xmlns:r="http://schemas.openxmlformats.org/officeDocument/2006/relationships" id="257" r:id="R386f9c0159ad4790"/>
    <p:sldId xmlns:r="http://schemas.openxmlformats.org/officeDocument/2006/relationships" id="258" r:id="Ra44e95842d904182"/>
    <p:sldId xmlns:r="http://schemas.openxmlformats.org/officeDocument/2006/relationships" id="259" r:id="R6c0b19cec41c4d9c"/>
    <p:sldId xmlns:r="http://schemas.openxmlformats.org/officeDocument/2006/relationships" id="260" r:id="R47d2eaf556d547d4"/>
    <p:sldId xmlns:r="http://schemas.openxmlformats.org/officeDocument/2006/relationships" id="261" r:id="R071cf0007ff24df5"/>
    <p:sldId xmlns:r="http://schemas.openxmlformats.org/officeDocument/2006/relationships" id="262" r:id="R56b4220b248e421f"/>
    <p:sldId xmlns:r="http://schemas.openxmlformats.org/officeDocument/2006/relationships" id="263" r:id="Rb6e42b66003947f5"/>
    <p:sldId xmlns:r="http://schemas.openxmlformats.org/officeDocument/2006/relationships" id="264" r:id="Rc7cd1a1089db4e5f"/>
    <p:sldId xmlns:r="http://schemas.openxmlformats.org/officeDocument/2006/relationships" id="265" r:id="R218e64acd06c4436"/>
    <p:sldId xmlns:r="http://schemas.openxmlformats.org/officeDocument/2006/relationships" id="266" r:id="R430050e0969b4c70"/>
    <p:sldId xmlns:r="http://schemas.openxmlformats.org/officeDocument/2006/relationships" id="267" r:id="R3a816a41f5f643bc"/>
    <p:sldId xmlns:r="http://schemas.openxmlformats.org/officeDocument/2006/relationships" id="268" r:id="Rfd60133c32fe4fb6"/>
    <p:sldId xmlns:r="http://schemas.openxmlformats.org/officeDocument/2006/relationships" id="269" r:id="R519c04b9ccc94403"/>
    <p:sldId xmlns:r="http://schemas.openxmlformats.org/officeDocument/2006/relationships" id="270" r:id="Rb9cc2e552ca543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901ea5e4349d1" /><Relationship Type="http://schemas.openxmlformats.org/officeDocument/2006/relationships/slideMaster" Target="/ppt/slideMasters/slideMaster1.xml" Id="R3669c556c9d04d49" /><Relationship Type="http://schemas.openxmlformats.org/officeDocument/2006/relationships/notesMaster" Target="/ppt/notesMasters/notesMaster1.xml" Id="R72f7ca23c7374bad" /><Relationship Type="http://schemas.openxmlformats.org/officeDocument/2006/relationships/presProps" Target="/ppt/presProps.xml" Id="R7ab529ab686a4273" /><Relationship Type="http://schemas.openxmlformats.org/officeDocument/2006/relationships/tableStyles" Target="/ppt/tableStyles.xml" Id="R9d93c48111fa4c75" /><Relationship Type="http://schemas.openxmlformats.org/officeDocument/2006/relationships/slide" Target="/ppt/slides/slide1.xml" Id="Rb67e216a302d4c30" /><Relationship Type="http://schemas.openxmlformats.org/officeDocument/2006/relationships/slide" Target="/ppt/slides/slide2.xml" Id="R386f9c0159ad4790" /><Relationship Type="http://schemas.openxmlformats.org/officeDocument/2006/relationships/slide" Target="/ppt/slides/slide3.xml" Id="Ra44e95842d904182" /><Relationship Type="http://schemas.openxmlformats.org/officeDocument/2006/relationships/slide" Target="/ppt/slides/slide4.xml" Id="R6c0b19cec41c4d9c" /><Relationship Type="http://schemas.openxmlformats.org/officeDocument/2006/relationships/slide" Target="/ppt/slides/slide5.xml" Id="R47d2eaf556d547d4" /><Relationship Type="http://schemas.openxmlformats.org/officeDocument/2006/relationships/slide" Target="/ppt/slides/slide6.xml" Id="R071cf0007ff24df5" /><Relationship Type="http://schemas.openxmlformats.org/officeDocument/2006/relationships/slide" Target="/ppt/slides/slide7.xml" Id="R56b4220b248e421f" /><Relationship Type="http://schemas.openxmlformats.org/officeDocument/2006/relationships/slide" Target="/ppt/slides/slide8.xml" Id="Rb6e42b66003947f5" /><Relationship Type="http://schemas.openxmlformats.org/officeDocument/2006/relationships/slide" Target="/ppt/slides/slide9.xml" Id="Rc7cd1a1089db4e5f" /><Relationship Type="http://schemas.openxmlformats.org/officeDocument/2006/relationships/slide" Target="/ppt/slides/slide10.xml" Id="R218e64acd06c4436" /><Relationship Type="http://schemas.openxmlformats.org/officeDocument/2006/relationships/slide" Target="/ppt/slides/slide11.xml" Id="R430050e0969b4c70" /><Relationship Type="http://schemas.openxmlformats.org/officeDocument/2006/relationships/slide" Target="/ppt/slides/slide12.xml" Id="R3a816a41f5f643bc" /><Relationship Type="http://schemas.openxmlformats.org/officeDocument/2006/relationships/slide" Target="/ppt/slides/slide13.xml" Id="Rfd60133c32fe4fb6" /><Relationship Type="http://schemas.openxmlformats.org/officeDocument/2006/relationships/slide" Target="/ppt/slides/slide14.xml" Id="R519c04b9ccc94403" /><Relationship Type="http://schemas.openxmlformats.org/officeDocument/2006/relationships/slide" Target="/ppt/slides/slide15.xml" Id="Rb9cc2e552ca543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d19c8fcb8a4a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bcd8f1eaf4b0b" /><Relationship Type="http://schemas.openxmlformats.org/officeDocument/2006/relationships/notesMaster" Target="/ppt/notesMasters/notesMaster1.xml" Id="Rfd444353aff040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54dff0044e4e20" /><Relationship Type="http://schemas.openxmlformats.org/officeDocument/2006/relationships/notesMaster" Target="/ppt/notesMasters/notesMaster1.xml" Id="R64e5a496120b47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95e87f74164696" /><Relationship Type="http://schemas.openxmlformats.org/officeDocument/2006/relationships/notesMaster" Target="/ppt/notesMasters/notesMaster1.xml" Id="R91f1ad14f69447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fda4789dc49d0" /><Relationship Type="http://schemas.openxmlformats.org/officeDocument/2006/relationships/notesMaster" Target="/ppt/notesMasters/notesMaster1.xml" Id="R00fb666896de4a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40de38dcff490b" /><Relationship Type="http://schemas.openxmlformats.org/officeDocument/2006/relationships/notesMaster" Target="/ppt/notesMasters/notesMaster1.xml" Id="R6ab87f6515ae46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a7498a6e92458b" /><Relationship Type="http://schemas.openxmlformats.org/officeDocument/2006/relationships/notesMaster" Target="/ppt/notesMasters/notesMaster1.xml" Id="R448928a5fa154e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2ca9a808a43f8" /><Relationship Type="http://schemas.openxmlformats.org/officeDocument/2006/relationships/notesMaster" Target="/ppt/notesMasters/notesMaster1.xml" Id="Rd013d54f4df14d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c437c8451f4f41" /><Relationship Type="http://schemas.openxmlformats.org/officeDocument/2006/relationships/notesMaster" Target="/ppt/notesMasters/notesMaster1.xml" Id="Rfc3dd11be1dd4f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433f2d9d834e4e" /><Relationship Type="http://schemas.openxmlformats.org/officeDocument/2006/relationships/notesMaster" Target="/ppt/notesMasters/notesMaster1.xml" Id="R297c4c53c02e42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1c31f88df54133" /><Relationship Type="http://schemas.openxmlformats.org/officeDocument/2006/relationships/notesMaster" Target="/ppt/notesMasters/notesMaster1.xml" Id="R1373d369076249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646de4511e4644" /><Relationship Type="http://schemas.openxmlformats.org/officeDocument/2006/relationships/notesMaster" Target="/ppt/notesMasters/notesMaster1.xml" Id="R16646aef981347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82c62238ae4548" /><Relationship Type="http://schemas.openxmlformats.org/officeDocument/2006/relationships/notesMaster" Target="/ppt/notesMasters/notesMaster1.xml" Id="Rbf0910a2490747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77fd6c39924455" /><Relationship Type="http://schemas.openxmlformats.org/officeDocument/2006/relationships/notesMaster" Target="/ppt/notesMasters/notesMaster1.xml" Id="Rbb146a91217048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6024eca61a4376" /><Relationship Type="http://schemas.openxmlformats.org/officeDocument/2006/relationships/notesMaster" Target="/ppt/notesMasters/notesMaster1.xml" Id="R1f56414525514e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975a38b57c4a6b" /><Relationship Type="http://schemas.openxmlformats.org/officeDocument/2006/relationships/notesMaster" Target="/ppt/notesMasters/notesMaster1.xml" Id="Rc9b6de2bbdaf4f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7f11044e8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1c05230a754018" /><Relationship Type="http://schemas.openxmlformats.org/officeDocument/2006/relationships/slideLayout" Target="/ppt/slideLayouts/slideLayout1.xml" Id="Raaba90148849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ba90148849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08b655cab46fa" /><Relationship Type="http://schemas.openxmlformats.org/officeDocument/2006/relationships/notesSlide" Target="/ppt/notesSlides/notesSlide1.xml" Id="Ra93d7df18f6248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46fd2fec414b" /><Relationship Type="http://schemas.openxmlformats.org/officeDocument/2006/relationships/notesSlide" Target="/ppt/notesSlides/notesSlide2.xml" Id="Rb84431c978b349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ef7e6a1f048fd" /><Relationship Type="http://schemas.openxmlformats.org/officeDocument/2006/relationships/notesSlide" Target="/ppt/notesSlides/notesSlide3.xml" Id="R383909c90da34a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9b155c9074cd8" /><Relationship Type="http://schemas.openxmlformats.org/officeDocument/2006/relationships/notesSlide" Target="/ppt/notesSlides/notesSlide4.xml" Id="R0b89e636dfc9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e3cede5d14eff" /><Relationship Type="http://schemas.openxmlformats.org/officeDocument/2006/relationships/notesSlide" Target="/ppt/notesSlides/notesSlide5.xml" Id="R2061ec2091dd45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5bcdc1f454d31" /><Relationship Type="http://schemas.openxmlformats.org/officeDocument/2006/relationships/notesSlide" Target="/ppt/notesSlides/notesSlide6.xml" Id="R76235106c2f44d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330762be446ce" /><Relationship Type="http://schemas.openxmlformats.org/officeDocument/2006/relationships/notesSlide" Target="/ppt/notesSlides/notesSlide7.xml" Id="R0cfa8ea370c149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59802f2e24c9a" /><Relationship Type="http://schemas.openxmlformats.org/officeDocument/2006/relationships/notesSlide" Target="/ppt/notesSlides/notesSlide8.xml" Id="R61a7bb2c5b1f43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e2547484f48aa" /><Relationship Type="http://schemas.openxmlformats.org/officeDocument/2006/relationships/image" Target="/ppt/media/image.png" Id="Re53ab5dd670449d0" /><Relationship Type="http://schemas.openxmlformats.org/officeDocument/2006/relationships/notesSlide" Target="/ppt/notesSlides/notesSlide9.xml" Id="Rde62f89ff50d46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98f82b4b94560" /><Relationship Type="http://schemas.openxmlformats.org/officeDocument/2006/relationships/notesSlide" Target="/ppt/notesSlides/notesSlide10.xml" Id="R19b558108c8548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559ee28da4c48" /><Relationship Type="http://schemas.openxmlformats.org/officeDocument/2006/relationships/notesSlide" Target="/ppt/notesSlides/notesSlide11.xml" Id="Ra98f28917bed4a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7d3cebe154762" /><Relationship Type="http://schemas.openxmlformats.org/officeDocument/2006/relationships/notesSlide" Target="/ppt/notesSlides/notesSlide12.xml" Id="Rebf511a64e3241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7d261623c4669" /><Relationship Type="http://schemas.openxmlformats.org/officeDocument/2006/relationships/notesSlide" Target="/ppt/notesSlides/notesSlide13.xml" Id="R917f202f78164d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13d708e514d28" /><Relationship Type="http://schemas.openxmlformats.org/officeDocument/2006/relationships/notesSlide" Target="/ppt/notesSlides/notesSlide14.xml" Id="R46c2edd23cef4d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4a17cace643f4" /><Relationship Type="http://schemas.openxmlformats.org/officeDocument/2006/relationships/notesSlide" Target="/ppt/notesSlides/notesSlide15.xml" Id="Rc4221d64536e49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EB71A-4583-4459-8772-32B7E4E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384DD-4E94-4C39-935B-9DCF859D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BÁO CÁO TỔNG KẾT 10 TUẦN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CD687-D1F0-417E-B3BF-3C39D397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0680E-8775-4E57-9682-A246D9AC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DỰ ÁN KIỂM THỬ HỆ THỐNG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76FF2-0ACD-4362-9847-8C385D5D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Pickleball Court &amp; Coach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Booking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77A90-8425-43EF-B47C-6678B47A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AA9C0"/>
                </a:solidFill>
              </a:defRPr>
            </a:pPr>
            <a:r>
              <a:rPr sz="1800" b="0">
                <a:solidFill>
                  <a:srgbClr val="9AA9C0"/>
                </a:solidFill>
              </a:rPr>
              <a:t>Báo cáo hoạt động kiểm thử &amp; tự động hóa</a:t>
            </a:r>
          </a:p>
          <a:p xmlns:a="http://schemas.openxmlformats.org/drawingml/2006/main">
            <a:pPr algn="l">
              <a:defRPr sz="1800" b="0">
                <a:solidFill>
                  <a:srgbClr val="9AA9C0"/>
                </a:solidFill>
              </a:defRPr>
            </a:pPr>
            <a:r>
              <a:rPr sz="1800" b="0">
                <a:solidFill>
                  <a:srgbClr val="9AA9C0"/>
                </a:solidFill>
              </a:rPr>
              <a:t>10 tuần đồng hành cùng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8AEB4-B87D-44BE-84DD-3FFBFCB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31718-6341-4293-B418-A060B502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NHÓM 3 • SWP391_SE1701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87CD1-4394-48A8-A6AF-ACC9ECE8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Đại học FPT TP.HCM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82752-BED7-4A56-9B6F-71C3151A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3657600" cy="3886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CADBC-EEC9-4358-B2C1-10C230B4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8B4FF-2B30-4AFE-B20E-6F2F76B1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CORE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973E9-E804-467B-B96F-E20D2F8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A0398-90F2-4281-94D1-55D01ED2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PM / Tester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A8CEE-8D2E-4994-B0BE-232A9ABB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FE127-2478-48C5-9CFD-AB685AF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D89C"/>
                </a:solidFill>
              </a:defRPr>
            </a:pPr>
            <a:r>
              <a:rPr sz="1050" b="0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3A2A1-B722-4557-81CC-89F1B316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54D8D-7E53-436B-863A-41D7ACB1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Tester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F0ED5-8357-47A6-AAA5-0848B692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34D7A-1A73-4BD7-96ED-0AF5EDA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Backend Developer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006EC-5356-4EA8-B85C-E79F7FE1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A6130-E474-4040-8C2B-7276C0AF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Frontend Developer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D1E3D-7852-4A24-9BBD-08C0D21C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657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5890B-BAA2-4E49-BF9E-950AC425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QUALITY • AUTOMATION • TRACEABILITY</a:t>
            </a:r>
          </a:p>
        </p:txBody>
      </p:sp>
    </p:spTree>
    <p:extLst>
      <p:ext uri="{BB962C8B-B14F-4D97-AF65-F5344CB8AC3E}">
        <p14:creationId xmlns:p14="http://schemas.microsoft.com/office/powerpoint/2010/main" val="533499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13004-1B3A-4685-9AC7-2841557F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E07AF-0683-4AA1-90CD-4D54C4F1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BỐI CẢNH &amp;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EC37-D148-4677-A468-196D4124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E9136-FD39-478F-8FCA-7AD076CC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PCS cần độ tin cậy ở những luồng có rủi ro cao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A3D25-FAE8-4028-84F4-7C4BE75D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C934B-12D5-413D-9E22-FA1F7D1A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Đặt sân, thanh toán và dữ liệu vận hành phải nhất quán theo thời gian thực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DFB77-3B00-43B0-B3FB-EF332F81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2A382-9F87-4889-B77A-87CE08BC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89C"/>
                </a:solidFill>
              </a:defRPr>
            </a:pPr>
            <a:r>
              <a:rPr sz="1500" b="1">
                <a:solidFill>
                  <a:srgbClr val="00D89C"/>
                </a:solidFill>
              </a:rPr>
              <a:t>Đặt sân &amp; HLV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A7B5B-4B43-4987-8C5F-98A48C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Giữ slot, kiểm tra trùng lịch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C1294-F30C-49DB-AFE0-D938DCB2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CF72F-9718-449A-A380-80938D2F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BEE8"/>
                </a:solidFill>
              </a:defRPr>
            </a:pPr>
            <a:r>
              <a:rPr sz="1500" b="1">
                <a:solidFill>
                  <a:srgbClr val="08BEE8"/>
                </a:solidFill>
              </a:rPr>
              <a:t>Thanh toán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B5F63-B1BF-49E3-9A64-21573467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PayOS, webhook, hoàn tiền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8AFCE-A480-4845-99A5-4A7688B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E8E95-7CAA-4B8A-98DA-937F4E4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38F0"/>
                </a:solidFill>
              </a:defRPr>
            </a:pPr>
            <a:r>
              <a:rPr sz="1500" b="1">
                <a:solidFill>
                  <a:srgbClr val="D938F0"/>
                </a:solidFill>
              </a:rPr>
              <a:t>Ghép cặp &amp;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D2658-A06F-4DC5-BB7B-39C5B210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Skill matching, Gemini chatbot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E4A46-BDD2-4662-BCF0-ABBDE28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457D4-7787-4B7C-8296-C84B8A7C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8DFF"/>
                </a:solidFill>
              </a:defRPr>
            </a:pPr>
            <a:r>
              <a:rPr sz="1500" b="1">
                <a:solidFill>
                  <a:srgbClr val="4D8DFF"/>
                </a:solidFill>
              </a:rPr>
              <a:t>SaaS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72924-43D6-4C32-B4CB-4E1DAA26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Doanh thu, báo cáo, vận hành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A9B37-DB74-4678-9439-CB4256FE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4 mục tiêu kiểm thử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A2C19-FF91-4D53-BDD4-A1525F90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C1505-1748-4E1C-9302-DD15236A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Zero double-booking trong luồng đặt sân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DA268-329F-461B-9B6A-D65AC689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6BBD1-7B4A-4203-9487-DCC1D079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Kiểm soát đúng hoàn tiền, giới hạn đặt và voucher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D6685-9D75-467C-B9F6-80E3A329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205C6-D40E-4B57-B031-60E66689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Tự động hóa hồi quy cho các luồng trọng yếu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D7587-D62E-480C-860D-E13B6093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99C56-660E-4466-81DE-876A8047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Coverage lớp logic backend vượt ngưỡng 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A585E-9767-4B4C-893E-9476098A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9527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B331D-B149-4812-A111-918ED966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&gt;90%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16C54-6698-4A4C-A9CE-2E43234B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MỤC TIÊU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F157E-1A5D-4DD7-9F52-7332FDEB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8AA56-62A6-47BC-9ACB-DABA2CED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19716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311478-0B49-4FAF-A2EB-EA250D1D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Ngưỡng chất lượng trước bàn giao</a:t>
            </a:r>
          </a:p>
        </p:txBody>
      </p:sp>
    </p:spTree>
    <p:extLst>
      <p:ext uri="{BB962C8B-B14F-4D97-AF65-F5344CB8AC3E}">
        <p14:creationId xmlns:p14="http://schemas.microsoft.com/office/powerpoint/2010/main" val="1387155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B7CB60-990A-4A0B-9AB3-AB0E76EE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88136-6A83-4EAE-A577-0C4CDD5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PHẠM VI KIỂM THỬ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B0A92-CE4D-4609-8240-A38E5B0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C613E-7416-4308-8228-B9E6E23B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Tập trung kiểm thử nơi lỗi gây ảnh hưởng trực tiếp đến người dùng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7C8BB-CDB8-489F-9D2B-BCD67238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28A46-7D92-4854-B532-0E87DA5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Ba lớp kiểm thử tự động, ba nhóm ngoại lệ được quản lý rõ ràng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BF02A-0978-41CD-9684-73C12FE6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89C"/>
                </a:solidFill>
              </a:defRPr>
            </a:pPr>
            <a:r>
              <a:rPr sz="1500" b="1">
                <a:solidFill>
                  <a:srgbClr val="00D89C"/>
                </a:solidFill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EEE92-463A-4349-86B2-D868AB1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B920C-7683-41D8-BE39-3B9A3823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086CB-751B-41D6-B186-3AA930B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992ED-DD81-4656-B187-185AE0D6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041FF-4539-4410-B6DB-F3E7BB10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47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Service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2E630-DAE4-410F-91C2-6CD1A3B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717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Refund • Booking • Promotion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9153F-59A1-4C81-90E4-3649AEA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D8A72-4586-4EA5-BFA3-20EA6BA8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67B3F-DCA8-4212-B7ED-1434EB9D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37896-9241-4C9C-AA29-1386C7D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Route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28EEF-45E6-409B-8060-264CF11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Auth • Booking •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6DC14-359B-4A37-8961-766CD199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879F6-7028-4D20-A24E-D5E580DA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C6543-209B-4D5B-A36F-E418E6BC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95B5F-FDAD-4F50-B3A7-E80A06C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Component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82EF0-BA59-4F45-A025-9A39FCD3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05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LoginPage • RTL • JSDOM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1350C-400A-443E-B23F-D2724868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67"/>
                </a:solidFill>
              </a:defRPr>
            </a:pPr>
            <a:r>
              <a:rPr sz="1500" b="1">
                <a:solidFill>
                  <a:srgbClr val="FF5A67"/>
                </a:solidFill>
              </a:rPr>
              <a:t>OUT OF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F976D-A75B-4206-9FDC-D79AEE28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7"/>
          </a:solidFill>
          <a:ln xmlns:a="http://schemas.openxmlformats.org/drawingml/2006/main" w="0">
            <a:solidFill>
              <a:srgbClr val="FF5A6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23EDB-FB0D-42BD-9EBE-94D7BBC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FA05D-84DD-493C-B972-0CB5689B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Stress / Load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A54E64-B6AC-4AFD-AAC6-002A4FBE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9799F-ED60-4C87-A6BF-09D21047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Cổng ngân hàng thật - chỉ dùng PayOS sandbox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43889B-6653-464F-B372-1118B2F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F7FE4-DAE8-4A82-AE8E-C997D9F0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Penetration testing hạ tầng mạng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BB922F-C17C-4522-A705-43220C80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CB5B4-8FBE-46CC-BAB0-38ECF04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Chứng nhận cross-browser trên thiết bị thật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F7B8D4-B5D1-4ED3-A2B1-3E768C82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76850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151E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35DCE0-90FB-4962-982A-DE93B39D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5A67"/>
                </a:solidFill>
              </a:defRPr>
            </a:pPr>
            <a:r>
              <a:rPr sz="1350" b="1">
                <a:solidFill>
                  <a:srgbClr val="FF5A67"/>
                </a:solidFill>
              </a:rPr>
              <a:t>Phạm vi rõ → bằng chứng kiểm thử có thể bảo vệ</a:t>
            </a:r>
          </a:p>
        </p:txBody>
      </p:sp>
    </p:spTree>
    <p:extLst>
      <p:ext uri="{BB962C8B-B14F-4D97-AF65-F5344CB8AC3E}">
        <p14:creationId xmlns:p14="http://schemas.microsoft.com/office/powerpoint/2010/main" val="1829376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8F28A39-9F38-448F-A927-177976A4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8C9F1-93CF-45F3-B496-F2FC9060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THIẾT KẾ HỘP ĐEN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459A8-302F-47E2-B0B2-E01DFE54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5442A-8DE5-4E4C-8301-C1F6F6C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8 quy tắc bao phủ toàn bộ tổ hợp đăng ký tài khoản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44F88-D6A0-42ED-A311-5FDD2AB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43972-0022-4ADD-92A6-A8528B28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Decision Table biến ba điều kiện đầu vào thành hành vi có thể kiểm chứng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2A10D-EB2F-4641-9AF3-F91E89E2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952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CD420-EDA4-488B-9C10-A3AE41B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Điều kiện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EDCD7-2C2C-40AF-96B3-0E008DF2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AF44C-609E-4422-9030-8F430337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07684-DCB7-437F-8DF5-1CF10BC7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160FD-2207-428C-918F-FE1608A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B8E8C-8DE2-4E1B-801E-1ED64C84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4BA73-05AA-454A-86FA-49668EA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F8E2B-9D0A-4B16-99E7-3C977AD3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08631-685E-4ED6-B386-74011708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C3042-EE38-4E5F-8223-54402338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569D5-F65F-4C13-B805-7C057A2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5703F-9E8A-4611-B2A6-43FD4CA2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D3BCD-DD58-40C8-9B6A-C5296A0D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61ABE-1A42-4000-9B98-B09C92BB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7F508-6BD4-45D4-B5D3-EAB55D0C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5006D-26DD-4A7D-B562-30FBD5D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8D821-8266-4249-B7AD-198572D9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F3D6C-5C4B-4BDB-85F9-3791E746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DE25A-F325-4E2B-BF56-5777EC7C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Email hợp lệ &amp; duy nhất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DC2B1-6D1D-44D4-B8D4-A73DDF7C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D003F7-908A-48CC-945F-243A5296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32DAF-E138-468D-A845-C0EDC32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296DE9-59A8-4CFA-A9A2-51E224EB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14632C-3725-4B6C-AD55-BBB6261B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B6A574-A82D-4B6A-A285-7D60C6D0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03C796-A47A-4FE4-BFFC-155C4B1C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FE7964-A809-4866-8902-098DA299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12FA7-7B92-4BAD-91F3-4742A142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9A9E40-8204-476D-8C5B-F443379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83E57C-6507-4E12-BD70-682A8159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0FA788-613A-40D5-9A7F-5869BD84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C134A3-8009-4DD4-8989-333885E0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FBBA07-FFA4-4038-8AD6-616BBCFC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AB7BE2-BC21-45B5-88D0-3CA4DBB1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8BE236-8961-4D10-9970-87FBF10D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646023-09C4-4282-A2C2-3FCD9BDC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4B8112-079D-4703-84DC-757C35EF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SĐT hợp lệ &amp; duy nhất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583C91-D408-4C3F-AA7A-AAB1CCA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B04540-D2BE-4273-97EA-C654CAAB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E72C9F-4FA7-4497-8349-3567105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E4A583-7F06-43C3-BBB8-E4047D8A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F1CF2C-4A43-401C-8A79-2C5F052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B6C615-B4C0-4D1F-85F9-DCFF4EC3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D7E775-3136-4C7C-B719-A8686325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C0677D-B9A5-4516-8D4D-0311220A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9873F4-FBB4-453E-9096-5E79555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9E1DD9-B255-48F8-B2AA-98B6BAC8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1DA486-4C1E-4E8F-9FCD-89BFD671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6E333C-DCFE-4CBB-8561-83492D9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3D1A6C-4694-479B-868B-254497F3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E443CC-B4DB-427B-A6E8-17C92D42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EDC778-BB76-41BC-99C4-1926DFEF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2B69D5-0D22-45B1-93DC-6A581E71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D373F4-0732-452E-ADD9-86824D17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79B63C-41B9-49B7-8CFF-74F98E0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Mật khẩu mạnh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D84CD8-BBA0-44A2-8731-8D2A429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938627-AB5F-4CA9-AEAD-3DA47AA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67669C-D477-4755-99D9-EDD0BC19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B99C89-A12D-42FA-98F4-901CD41A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6BE6C0-9589-43C2-A430-6956E93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A8DD17-4BCD-4E04-A091-23EAFAF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54FF9E-1F18-4237-A0A0-2E7F0666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1BA82B-59F9-4C82-86EC-0EE81DFC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E9AA82-1C58-406F-8372-98C28922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17E7E3-14A4-41E3-873F-31CC77A2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3BDB49-6EE1-4D9A-BF8D-3FA6750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66F9E3-4AE4-4854-AC24-23907125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F355CB-5AEF-485B-BCFB-4C2DBD90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AD175C-D4B9-43DC-9AC2-13F55BBA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04C7A9-A83F-46BB-ABA9-46322F6E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29469A-99EB-4692-87BB-8F163899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BDD150F-96DD-4C57-ACAF-2C76B61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A24AC16-7E2E-4B55-8187-F44C8172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D89C"/>
                </a:solidFill>
              </a:defRPr>
            </a:pPr>
            <a:r>
              <a:rPr sz="1200" b="1">
                <a:solidFill>
                  <a:srgbClr val="00D89C"/>
                </a:solidFill>
              </a:rPr>
              <a:t>Kết quả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8E57E3A-F182-488C-98F2-91E6A45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4A225A-86E0-424E-81D8-4F9C5D80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OK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E58DF6-5563-4BBE-AFF2-A42FBAC5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5243FF-B185-4A9A-BFE6-EB8AE0F9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6FF543-E5BE-443C-85E1-71BA0CB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32221E-62DF-4213-9CD7-D063C59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Phone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730355E-5E26-4050-A8C6-F46E6A89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C31232B-7E1E-4DAD-8951-B66EEE6A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52CED8-3731-470B-8AA3-10A70921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281CE59-B830-4C6D-9636-787DF3D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Email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868B151-A912-490A-ADED-2B66BB84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B8E993D-F4E8-48F6-84B7-B9B9AAAB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E871816-E176-4258-BFF5-9C37EB5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D527C5-81CC-4E5D-990A-A4D7331E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C6C69B-CD7B-4D44-88A3-BADD26B4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61B728B-6CC5-49AF-90AF-FB035CF3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All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22C808-FF3A-4D11-A6E0-881F3F2F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F159EAD-D231-4F69-8BA5-3974A3A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8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7D97946-2BED-44A6-8E2F-EE28BC59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TEST CASES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038CDC6-1DB9-46CE-94A2-9391AC5A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34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TC_DT_01 → TC_DT_08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93C385D-1521-4C17-ABCC-F3173C9D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493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Phát hiện lỗi nhập liệu đồng thời thay vì chỉ kiểm tra từng trường riêng lẻ</a:t>
            </a:r>
          </a:p>
        </p:txBody>
      </p:sp>
    </p:spTree>
    <p:extLst>
      <p:ext uri="{BB962C8B-B14F-4D97-AF65-F5344CB8AC3E}">
        <p14:creationId xmlns:p14="http://schemas.microsoft.com/office/powerpoint/2010/main" val="789514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EEA372-1531-48DA-BE64-542B082B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FC384-9233-4AAA-92A0-35D3257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THIẾT KẾ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CB49A-6C7A-4556-A039-183666C4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CABCB-C234-45A6-B013-D062DC3A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UC-04 khóa chặt hành trình Đặt sân → Thanh toán → Xác nhận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8CC48-251B-4144-BCE1-CD23693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E2960-543F-4D4D-829A-46EA8EF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Luồng cơ bản và ba ngoại lệ xác định rõ trạng thái của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E41B1-8CAC-4574-84EB-E3FBD954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E5CA7-7416-4E67-A9CD-79D6E098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84E16-D4D7-44CB-B6AB-149F7619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C8E42-FFC7-4692-86A2-86AF7CCA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Chọn sân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&amp; khung giờ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52736-9DA2-4984-9095-157517D6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61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2F395-59B1-4DB9-9B45-36FA0D09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DDBB4-EBAF-41E6-AA8C-542CF868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ABD3C-7AC7-4868-8834-0A09F268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Giữ slot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10 phút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564E-CF15-408B-92D4-44CDE55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38A1C-0699-4906-BBAD-04DD3499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1D6E3-90D3-4AAD-B8F8-43099AE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475BB-9F7B-47AD-B461-96D43FAD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Quét QR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PayOS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C5ADF-4F07-47DF-BB98-6B3CD077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B9EA7-013E-418B-BE84-B22F287E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ADC52-0EFA-460A-97CA-97D7F79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83D2D-F065-45EA-A823-FA743E59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Webhook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IPN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CE891-0297-479C-9D54-4802A0DB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BB6D1-D5AA-4F44-94DB-F7B15206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E9192-55F6-4C78-8F81-FAD13A7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Đơn Paid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Khóa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6F366-ADC4-4521-B6BD-C3D6BC3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3 luồng ngoại lệ quyết định độ bền của hệ thống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63286-1C36-4E6B-B8AA-A46A2FD1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7"/>
          </a:solidFill>
          <a:ln xmlns:a="http://schemas.openxmlformats.org/drawingml/2006/main" w="0">
            <a:solidFill>
              <a:srgbClr val="FF5A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ADDE1-2823-47B6-B82F-B069B33F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67"/>
                </a:solidFill>
              </a:defRPr>
            </a:pPr>
            <a:r>
              <a:rPr sz="1350" b="1">
                <a:solidFill>
                  <a:srgbClr val="FF5A67"/>
                </a:solidFill>
              </a:rPr>
              <a:t>AF1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993505-526A-4BD2-A503-49B4FEBF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Trùng giờ chơi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35B57-F101-4058-BDA2-15E29B63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Từ chối khi slot đã bị khóa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7061D-98D9-4F8E-919E-97F73741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458409-2F07-4CCB-A301-ECB5E6D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453"/>
                </a:solidFill>
              </a:defRPr>
            </a:pPr>
            <a:r>
              <a:rPr sz="1350" b="1">
                <a:solidFill>
                  <a:srgbClr val="F6C453"/>
                </a:solidFill>
              </a:rPr>
              <a:t>AF2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BB8328-A42E-4DB9-8BCF-29046CDF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Vượt giới hạn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69F208-B1ED-4533-BCCE-CEEA9B2B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Chặn đơn thứ 4 trong ngày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9A1F7F-7674-477F-A774-4CB855E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ED377-7435-4ED2-B720-A124E3C7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AF3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CFB80A-2821-4A35-86E6-D1A4517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Hủy / hết hạn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BCAB58-7ECB-4933-91EE-10216F33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4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Giải phóng slot sau 10 phút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524FF9-3231-46A9-AD89-93F25940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6E6E3-4462-44CA-9139-8F4DD07F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C9280B-7FD7-45B8-A81D-F5FA87B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USE CASE TCs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E5A9A8-5304-4293-8F83-C6B22B0F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TC_UC_01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TC_UC_04</a:t>
            </a:r>
          </a:p>
        </p:txBody>
      </p:sp>
    </p:spTree>
    <p:extLst>
      <p:ext uri="{BB962C8B-B14F-4D97-AF65-F5344CB8AC3E}">
        <p14:creationId xmlns:p14="http://schemas.microsoft.com/office/powerpoint/2010/main" val="2029165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009049-1272-4FE4-AA56-24225A2D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A1EDC-9EAA-457E-B21C-7F55923D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WHITE-BOX &amp; BVA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CFC2E-9DE4-44A0-B433-B1F025B0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1708-2C83-478E-8EE5-76813E71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Các biên nghiệp vụ được chuyển thành điểm kiểm thử cụ thể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CE898-2D57-492C-8511-F22A6DF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82092-F35B-4627-A014-4B7C6C2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Không chỉ phủ dòng lệnh — nhóm kiểm tra đúng nơi hành vi thay đổi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30C0A-059E-4153-97F3-C0D89070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8411B-1F0F-4170-8218-62C067B5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BEE8"/>
                </a:solidFill>
              </a:defRPr>
            </a:pPr>
            <a:r>
              <a:rPr sz="1050" b="1">
                <a:solidFill>
                  <a:srgbClr val="08BEE8"/>
                </a:solidFill>
              </a:rPr>
              <a:t>HOÀN TIỀN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693A1-8D06-48FA-9ECC-757B774F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calculateRefundAmount()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AA4F0-2FA0-498A-9811-4CDFF6ED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C59D0-3108-41A9-B0ED-B47C10CE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E4479-BEEB-4F2D-8109-D840A800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&lt; 2h: 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DFAB7-17D9-404B-B809-834489F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4D547-D280-4C2F-8B2E-814A90C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2–12h: 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66AEA-D3F7-4878-BCA2-0A893484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DD9A5-B092-4A9C-9B48-E3B63740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&gt; 12h: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9E80B-36D5-4BED-93FE-C7928D5D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578CE-010A-46E3-B1CA-BC64474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GIỚI HẠN ĐẶT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A933F-9BD2-413F-B7E7-71A0C995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createBooking()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57E73-42F4-4BDD-BA05-074F43F4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FE5C4-B3D2-443D-BFE8-16341ACF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3318D-23E6-4347-8A69-DAD8CFE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Lượt 3: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7D226-98E9-4D4C-A95D-296E0C10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B7CC8-D0DD-4ED4-A440-5C2097A3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Lượt 4: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1B02D-F8F7-46C7-B872-92E4702B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8B995-5141-494A-8BF0-F629C624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Ranh giới/ngày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6F5C1-F97F-4DE6-B882-ABE18CDE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1638DF-DB49-46AE-A660-CF37FEA6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38F0"/>
                </a:solidFill>
              </a:defRPr>
            </a:pPr>
            <a:r>
              <a:rPr sz="1050" b="1">
                <a:solidFill>
                  <a:srgbClr val="D938F0"/>
                </a:solidFill>
              </a:rPr>
              <a:t>VOUCHER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2237E-6759-48FD-AB0A-28434CD5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validatePromotion()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B1EB37-BED4-429F-9C32-6DFF3D6B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F5515-7991-4566-AEAF-785D904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A467D-7902-4776-A4A0-66E753A5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Hết hạn T/F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54A3E4-2F8C-414A-B74E-F93779B8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3444A2-8B93-4279-9BD4-2999BD80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Min order T/F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E698EB-B1D3-4EE2-AC4B-A54B07F3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7E03B9-0E7A-44D9-96ED-BF6097D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Phủ nhánh if/else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564B0C-B494-4D76-9A6D-1EF51F1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KỸ THUẬT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75FC09-6B02-44B3-8C36-7EFCA59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FB2B3B-8432-4D19-96D3-EFBD9088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189DED-66B1-49C5-990C-D9BC2AE9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673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70BBDA-3661-4BA6-B8E6-B665B85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673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BVA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8E894B-739C-4DF4-8B40-1BD06ECE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6735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C659EE-03FA-4830-B3A8-57BB102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67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STATEMENT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E86186-524F-472E-BD18-CD22B4C7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06D7C0-2814-4CDC-8E44-B9EA60D0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1491882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928675-BFEC-43FE-82DD-4BC336AD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3AFF5-A2D7-4925-86B4-6AC6EE0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AUTOMATION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C40DC-BB57-4424-A741-D5B7BC28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256A0-4A3D-458F-909A-64B9E0F4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Vitest tạo một workspace kiểm thử nhanh, thống nhất và dễ bảo trì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E7BE8-E59F-42E8-94D2-1006C940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5E121-60AE-456F-A33B-FEB8441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Backend chạy Node, UI chạy JSDOM, dữ liệu dùng chung qua testData.ts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66A91-694E-45ED-BB97-BBCBF03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0957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F7B94-D387-425A-B1F9-BE7FC96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D89C"/>
                </a:solidFill>
              </a:defRPr>
            </a:pPr>
            <a:r>
              <a:rPr sz="2100" b="1">
                <a:solidFill>
                  <a:srgbClr val="00D89C"/>
                </a:solidFill>
              </a:rPr>
              <a:t>VITEST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51D30-7943-44AA-9553-8667EAAD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Lý do lựa chọn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ADEF3-93BA-44EE-A2CB-CCEF1572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6F21B-3855-4285-BDE0-65EFCF4A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TypeScript &amp; Next.js không cần Babel phức tạp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E2E26-CB24-418D-AF51-2FB3BD6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96438-8C5C-487F-9FFF-CD5635D6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Chạy song song nhiều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C655F-C411-4657-AE93-CDD63F81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84A39-66D0-49BA-8620-CA459E79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Mock API, repository và dependency linh hoạt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296F5-762C-4EF2-8980-0F16E50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FD9DD-6663-4963-8635-B08D0C24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Coverage V8 tích hợp trực tiếp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1C899-F40D-47A2-8D36-7370574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65913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F0A1E-7693-4C12-BD4A-401DE481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C4E7A-4755-4853-8685-1247339C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19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WORKSPACE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30C54-5977-4B6E-B6A3-63CF8EDF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23E15-8A2C-4B91-9A75-135AF502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7313A-2D92-4C0E-9B36-4C27E3E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055FB-79CB-4AA5-8E1F-A549BBC1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vitest.config.ts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83E03-EE1A-4462-94BD-E74BC465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1A783-84EE-414A-AD64-590D3E19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5FB44-8125-449B-A870-BE19B0E4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C4BF3-AC52-477B-B645-17043ED7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Backend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F29D7-03E1-4EC9-9E64-1EADD67E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8020B-4236-4024-9D62-8DF78DE0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85F1AB-877E-4FE3-BE88-E5BC372E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F3F5E-3C83-4AF6-97AB-29ED9E4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JSDOM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A6F7F-FA10-43C0-B39F-03376313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F234FC-54C1-46A6-96FE-84DAB84A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3ABA8F-EFED-4E8E-990F-00CC6BFC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Coverage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5BBADD-F75F-4006-B4F4-45C5EDF3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541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83EC2-448A-461F-A46B-EDC28A3B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3505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27E7FA-0946-45B8-BBF3-F207C2F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tests/data/testData.ts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E9871D-8F3A-4262-88B5-0D7F7BB9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9C0"/>
                </a:solidFill>
              </a:defRPr>
            </a:pPr>
            <a:r>
              <a:rPr sz="1275" b="0">
                <a:solidFill>
                  <a:srgbClr val="9AA9C0"/>
                </a:solidFill>
              </a:rPr>
              <a:t>Mock accounts • courts • slots • vouchers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EA2BA9-45F8-4F8A-B59A-3EF2B83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31E7D1-C991-415D-A434-D54E769E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Một nguồn dữ liệu kiểm thử → ít trùng lặp → thay đổi schema nhanh hơn</a:t>
            </a:r>
          </a:p>
        </p:txBody>
      </p:sp>
    </p:spTree>
    <p:extLst>
      <p:ext uri="{BB962C8B-B14F-4D97-AF65-F5344CB8AC3E}">
        <p14:creationId xmlns:p14="http://schemas.microsoft.com/office/powerpoint/2010/main" val="271589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12BE47-8043-4B46-B3C4-E3C6B0EC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C33CB-D810-4380-9C02-16E7249F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KẾT QUẢ THỰC 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0C441-7932-40C3-B129-CF7D9C62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B859C-84B4-47D4-9533-F1932FC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53 test tự động đạt 100% pass trong chưa đầy 5 giây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6A686-415B-444A-9BEF-C2FB6B6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2BEA7-5E4F-465E-943C-D6C1B7D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Coverage các lớp logic trọng yếu vượt mục tiêu ban đầu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2202-0C30-443A-B60C-23696381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42721-6EE3-4E66-B41E-6083FEC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A3A6D-0B12-4238-9576-EA3172BD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TOTAL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62ED6-A3EE-4249-B7FD-8D28E6E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CF82C-9AB8-4418-B810-84DA004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37084-FA2E-4BA2-AA40-E986F7C6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07B7D-3A9A-4FB8-8E12-67FABBF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51E56-41EC-4CEB-81E2-315C7B64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5A67"/>
                </a:solidFill>
              </a:defRPr>
            </a:pPr>
            <a:r>
              <a:rPr sz="2850" b="1">
                <a:solidFill>
                  <a:srgbClr val="FF5A67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2F6C4-F2DA-4C94-8C36-D6C888C2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E4E69-B35F-4FD7-B078-27655EFC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B0604-A7D8-423C-A574-29A1CF3C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CA7B5-2936-4A17-A27E-CEE53FE0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7EFBE-F941-4CE1-A583-5860DF7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88D95-5A2B-4F63-B3F2-169485A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4.22s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9650A-63EC-44F0-A674-FD5F0B62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LOCAL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7341F-BC9B-4B59-B77A-F0125B7A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406A8-667A-492C-A28F-ECB3CA65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TEST SUITE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EDCD9-32FA-42FB-8AB8-5713956F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Unit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37E5F-0654-4F05-8F9A-10F2270F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41 TCs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F317F2-73BE-44C9-8565-2506679D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C4730-4E00-4A51-B685-B7639C9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54968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68E5D-2634-4A8F-9416-3B66EE24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API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A4905-F2F4-457D-9296-AA28B02F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52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9 TCs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C8CBBB-46F4-44D3-92A9-9704DFDC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4EEAD-56A8-4E1E-8E42-C95D9A97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12066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083FB-E755-45A4-947C-3B2A75CD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UI Component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1827A-6EAD-464D-B780-B917AB9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91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3 TCs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04037-1AA9-4500-A48F-959444D7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A7F82-8E94-4537-B35A-E56F1604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40220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F12584-6358-4A74-B72D-0518000C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187DE3-BF96-4A54-ADAE-EB78EE9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Statements 92.5%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85374D-CC98-49EE-AFEA-5E3F9F3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BEE8"/>
                </a:solidFill>
              </a:defRPr>
            </a:pPr>
            <a:r>
              <a:rPr sz="1275" b="1">
                <a:solidFill>
                  <a:srgbClr val="08BEE8"/>
                </a:solidFill>
              </a:rPr>
              <a:t>Branches 88.3%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9A7E98-6C82-46D9-A55D-689DC23C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38F0"/>
                </a:solidFill>
              </a:defRPr>
            </a:pPr>
            <a:r>
              <a:rPr sz="1275" b="1">
                <a:solidFill>
                  <a:srgbClr val="D938F0"/>
                </a:solidFill>
              </a:rPr>
              <a:t>Functions 95.0%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86F6F5-9DEC-4D61-B6D7-5798FA5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8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DFF"/>
                </a:solidFill>
              </a:defRPr>
            </a:pPr>
            <a:r>
              <a:rPr sz="1275" b="1">
                <a:solidFill>
                  <a:srgbClr val="4D8DFF"/>
                </a:solidFill>
              </a:rPr>
              <a:t>Lines 92.5%</a:t>
            </a:r>
          </a:p>
        </p:txBody>
      </p:sp>
    </p:spTree>
    <p:extLst>
      <p:ext uri="{BB962C8B-B14F-4D97-AF65-F5344CB8AC3E}">
        <p14:creationId xmlns:p14="http://schemas.microsoft.com/office/powerpoint/2010/main" val="865051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9E016-9601-4B35-94BF-EF67E5F2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5AA8F-ED7A-4B28-94E3-D1092A3A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QA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F8548-430B-462E-B438-706F5A62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12E83-5DC3-4451-B839-0A77EDDA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Dashboard biến kết quả kiểm thử thành bằng chứng có thể đọc ngay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02824-2941-4EC2-AF21-9B4E3D99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6F26D-F9EA-472B-97B9-72964286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Một màn hình kết nối pass rate, phân bổ suite và trạng thái pipeline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ab5dd670449d0"/>
          <a:stretch xmlns:a="http://schemas.openxmlformats.org/drawingml/2006/main"/>
        </p:blipFill>
        <p:spPr>
          <a:xfrm xmlns:a="http://schemas.openxmlformats.org/drawingml/2006/main">
            <a:off x="533400" y="1844018"/>
            <a:ext cx="7810500" cy="3951015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F9F4F-EE31-4876-9070-3CFF7425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36D96-AE3F-445C-846F-0633411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A9C0"/>
                </a:solidFill>
              </a:defRPr>
            </a:pPr>
            <a:r>
              <a:rPr sz="1275" b="1">
                <a:solidFill>
                  <a:srgbClr val="9AA9C0"/>
                </a:solidFill>
              </a:rPr>
              <a:t>OVERVIEW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97437-E64C-4D5E-BD31-7E0DBF5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51F8F-0E29-460C-B351-BFE146A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53 Passed / 0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AF691-B570-413C-956C-532FAA2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F4C8B-15FE-4932-B7B9-8E34ED9E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100%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40D0F-7CF1-4101-960F-AB47611A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8C8A3-272F-4958-9FC8-E65D46D3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Phân bổ Unit • API •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C705D-EB57-44A2-B8CB-B45AA60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43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2F954-D1A3-4D78-9D9A-F1F73AE9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Pipeline 7 bước trực quan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FEB87-3A7A-438D-895B-855FD47B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FF20A-4189-4024-9D90-942C1D8F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482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Coverage theo 4 chỉ số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1A350-28E5-4310-8254-F37B640B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2800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AA901-2DFC-44EB-BCBE-9206637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Evidence →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208396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A04C3E-7A6D-495A-9845-46CC5A8D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868C8-F6FD-4604-A20D-2F6982C6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DASHBOARD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36776-097C-4332-9200-5BA0096D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BEB84-2D6F-4CA2-98D0-D6D4D75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Test Execution và Defect Center rút ngắn vòng phản hồi QA–Dev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78411-051F-4BA0-A9EA-54A0C79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24C5C-9E7E-4A2F-8410-6014396F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kết quả đều có thể lọc, truy vết và mở chi tiết 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58164-8B08-48BE-A46A-2F821925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3AD66-3C8D-449A-BD18-EA762E13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TEST EXECUTION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E5768-18CE-4DD2-8512-86D3B52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Search • Filter • Pagination • Priority •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53A99-5F43-421A-990A-DD4FD662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950D9-E92C-42E6-87A8-F5302F0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54FB7-91E6-4C96-AF18-BF76BC15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07A4B-ECEC-478B-B803-449D69D1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8A6E4-1142-40E9-B1CD-55973D61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6B50D-62D5-47C6-9A9D-F8680D33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08EDB-22C9-465C-880E-17210EB1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ED8F3-DB95-4FAA-87EC-E1B377E3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E3767-AC83-425B-A61F-DA5ECA9F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DC3D0-A0C4-4FFA-AEA6-847A531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AC782-61E6-4244-94FD-BFFD3C6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2B85D-2657-49DB-9B74-36DB408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DDAB0-A4E6-4240-9DC5-957B6FD2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E01F1-3330-4E58-B815-441EA397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FC051-3218-4171-A1A5-914F1C45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FFFCB-2157-4EBC-A4DD-75079828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TC_REG_03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1DA3D-E9A7-419C-9FA6-5D48B93E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44437-8210-40BB-99E8-C9CA518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757F7-AF37-4D3D-8626-92235534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945FD0-A3E3-4CEA-90EC-235AC738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A94DE6-DFDD-4C3C-A84C-5127190B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TC_UI_02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54104F-A063-4CCC-B248-502D6F3B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Login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F8A17-D3F9-4345-B77A-0169B5E8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EA8ED8-FC92-4E12-823E-350B95F9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CCAB4-B424-424E-B107-37CD90D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6EB8AE-0F49-4AD0-BA73-081F858E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DEFECT DETAIL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F94856-5358-4F39-AF57-3E70F7FF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1816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1940B1-3686-4A7E-92CC-C72E69D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A67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60E293-C435-452B-AC08-B22BD8CB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CC29F8-748B-4B0E-894B-C3F72A28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F1E548-832C-4DC7-A38F-EC8740CD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Timezone drift in refund calculation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A8181A-99C2-44E2-ACFF-3C241FA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STEPS TO REPRODUCE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9265F9-D6D6-421C-A1F8-EF6F5C0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1. Create booking near boundary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2. Cancel using local timezone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3. Compare expected refund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368892-D6F9-4B5C-8061-65984C9B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D097C9-2FF1-468B-81A1-3C47993C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SUGGESTED FIX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F3A5E-F7D2-47C5-8F39-D8063187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Normalize timezone or inject controlled clock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17029F-D727-4724-B2B0-90B2942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5213BD-3149-4545-B423-677E0128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Chi tiết đủ ngữ cảnh giúp Dev tái hiện và sửa lỗi ngay trong một vòng</a:t>
            </a:r>
          </a:p>
        </p:txBody>
      </p:sp>
    </p:spTree>
    <p:extLst>
      <p:ext uri="{BB962C8B-B14F-4D97-AF65-F5344CB8AC3E}">
        <p14:creationId xmlns:p14="http://schemas.microsoft.com/office/powerpoint/2010/main" val="5155684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202515-B9DF-4AC5-95E3-BD6953A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DA6C2-00D4-4CC7-A7E3-6F4B43D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TRUY VẾT &amp; XU HƯỚNG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2A59A-3039-45C4-86CD-F6D813FE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9184E-0EBB-46D8-BF0D-128CB333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Traceability nối yêu cầu với test — trend chứng minh chất lượng cải thiện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26224-19FB-46CD-9CD8-49AB3C8A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99D7F-9CD4-4480-906E-9443D9D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Dashboard trả lời đồng thời: đã kiểm gì, ở đâu và thay đổi ra sao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363AB-DE5C-43A8-9062-E843AC8C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2578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C4F1B-1054-4796-A3C7-E8ABBA88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A461C-6219-461B-890C-CF94AB20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REQUIREMENT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DB104-77AB-4EE7-91AE-D049CAF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8B84-4E41-4109-9DA2-10E0800F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DCAF2-694A-4AE8-8DB2-6066C6E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TC_USR_01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E15FE-9168-4E9E-90AA-D5FA73A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tests/unit/user.test.ts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5263A-7F93-4C14-AAC2-BB08099E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E1155-F5E9-4EAC-AAE9-189FEA7F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02060-24BA-46AF-907A-7FDEF543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24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974C3-A2CD-4EBE-9C3C-1E7579A2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tests/api/payment.api.test.ts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A3CEA-10DD-4BBD-912E-7028164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609D2-29E3-4F54-A8D3-AAFA0AAA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FR-12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4355B-43C1-4469-A811-238A69A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6E3D5-18A7-4541-9575-879834D8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tests/unit/booking.test.ts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0BA42-EEDA-4283-A703-C6488BE8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54864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763DB-0280-45C6-AAD6-CE42BAC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0367F-6FB2-47B9-9E94-D6B04918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TREND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DC528-CC21-460D-B1D0-BD101EBE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A6D93-2325-47C8-9B2B-CEF9439A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123BC-5A9E-4362-AF3A-12B31C24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41727">
            <a:off x="6781800" y="4038600"/>
            <a:ext cx="91638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D5449-BE9A-4CCA-A479-40F292C9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06097">
            <a:off x="7639050" y="3714750"/>
            <a:ext cx="90362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1EBB6-90AA-4430-8D98-6061573A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7749">
            <a:off x="8496300" y="3429000"/>
            <a:ext cx="9381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F3958-A94E-4978-BD3F-7457F1E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6805">
            <a:off x="9353550" y="3048000"/>
            <a:ext cx="892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97D6B-C3A1-4673-BB59-AEF9D124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78596">
            <a:off x="10210800" y="2800350"/>
            <a:ext cx="77709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A6592-AA5A-4DB9-AF03-A90F3D6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AC706-08CA-4E74-83FF-5058A26F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CA8EC5-8548-4F99-B2CB-C9E2E20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525865-8FE7-47D9-97BF-AB9C03B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D0D7B-E1E5-4640-B084-DFE299F1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AAE2F1-0789-4BE5-A683-21AFDD8B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08BA7B-8FF3-46F4-93B4-199B7C20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746EBB-91CA-40B5-ABA8-4149B19D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33A424-108F-4ACF-BFE7-0428F620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05C1DE-D196-4415-BBE8-E077F42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C1CAA3-FD44-4D5B-8CF7-FF9EB04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C5D9AB-7B42-4C80-8783-B6D6A995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6867EB-5769-41EE-BD6E-38F54AAB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PASS RATE /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4D8E5B-10D7-42BB-8922-B257A2F3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FB3DFE-BAC6-49DF-8572-376BE3AE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History Log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FDCE24-2BDB-4286-94E6-4EBE1417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Đối soát Run A / 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A4A77B-94F8-42E5-AEF1-304F204D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75F3D4-0349-499C-ABDB-8A202940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Report Center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9AC088-D32D-47E1-961E-FAEBAAED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Tải báo cáo Markdown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E3D3BE-87A6-436B-8956-29BB4E7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944193-3CEA-4C03-97D5-9219E6B9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Settings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70282D-14BD-4670-99EB-CC201ECB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Vitest • Timezone • Mock DB</a:t>
            </a:r>
          </a:p>
        </p:txBody>
      </p:sp>
    </p:spTree>
    <p:extLst>
      <p:ext uri="{BB962C8B-B14F-4D97-AF65-F5344CB8AC3E}">
        <p14:creationId xmlns:p14="http://schemas.microsoft.com/office/powerpoint/2010/main" val="15210558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E7CE5F-001A-4F6C-A322-D91098F3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D1BC6-4908-45ED-A45B-EA26B025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DEFECT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47536-CFF6-4C2B-8484-CB2ECD0F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921F5-05BB-43D3-A3FF-994D724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Ba lỗi được đóng bằng một quy trình retest có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E9182-59DC-480B-B565-04C6BE0C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8C7A7-F108-41B5-A9E7-08B3073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defect đi qua cùng một lifecycle và giữ bằng chứng sửa lỗi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FF502-3558-4184-859D-6AECC8F4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9EAEB-6594-4AA5-B6B9-C8A2BC9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28E98-DEB6-47B7-BF94-D88BC97B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97394-09D8-4064-82AE-9639C77B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31435-D898-45A9-B6F0-EBCF7C0D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03F45-C425-4BB9-A8F6-CBB09B71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1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1BBCD-3594-499B-AC6B-B9F743A6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7E5C7-0416-4176-A06A-F0031725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Assigned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631C6-67BD-44DD-8A47-BB1FE85B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34978-C78E-40FC-8B6A-F4FD4D54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A72C2-381F-4F1B-BB53-AB9F54D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174DD-B62A-49C7-959C-87C38898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In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69E47-BA1E-4CBF-9EFD-7EFD6F9C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5AC6D-A515-4D09-8D7A-43F1C787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B7D94-4498-4BE5-BDF7-FF43B07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6F974-AFEB-4056-9740-F4774D1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B2B84-EA2C-4EB6-9A11-BB4FC42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8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6C681-AFF3-4E8E-A28D-7871A2CE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EE48C-2893-4182-AA2E-3B58E4A2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5D069-5E04-485F-85EA-A3C7374E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Retest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E7F7C-62F5-42C2-ADC8-2B72447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2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B39C0-A054-4AA4-A634-DED2EF20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624617-0AFB-41AF-A8E2-909182B8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Closed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E8CF9-0F6F-40FF-B189-FE4610A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E4F146-0AF9-450A-BF44-392E9B44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A67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29232-7312-479B-9C28-0B5DCE51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3A6E3B-A311-457B-AE45-989A0E58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B11662-5470-434C-879B-017CB7A8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Lệch múi giờ hoàn tiền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UTC vs UTC+7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75D535-A0E0-4E0F-9314-14EC7EB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4ACE2B-2ACC-4552-AB71-19788958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4D6FC-8B89-4EAB-8F14-7FA1036A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F3A9E-A5FA-47FE-82C6-E41C861A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MEDIUM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19C0F0-F9C2-42CE-9618-5EB371B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DF_REG_01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239EAC-1158-400D-89E5-322A303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Email hai dấu chấm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được Zod chấp nhận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2B5977-D009-44FA-8CB6-404EE9A0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57A054-2235-4364-AF8C-C71BE979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B1A224-EEF0-4BA6-AD15-CBC02B95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22C693-7DAD-4E0A-AE02-949F85C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MEDIUM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8A792F-F518-4AD4-80CF-6C4BB6A8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482B0E-794B-4C56-85A1-0AB760F2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Webhook thiếu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success indicator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441876-028C-4004-9003-9EEBECB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4C5F48-F766-405B-A6BF-F0269B94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1125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3179CF-C65F-42E5-91A0-6B4DAE0A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5C10A1-1EBC-4BC2-AA78-FC637F80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DEFECTS CLOSED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F58349-3D8F-4FCB-BF05-645A1380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435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Không còn defect Critical/High mở trước khi bàn giao</a:t>
            </a:r>
          </a:p>
        </p:txBody>
      </p:sp>
    </p:spTree>
    <p:extLst>
      <p:ext uri="{BB962C8B-B14F-4D97-AF65-F5344CB8AC3E}">
        <p14:creationId xmlns:p14="http://schemas.microsoft.com/office/powerpoint/2010/main" val="19084982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5A66C-3E11-473D-9284-3BB4C334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D6D0C-1413-45F0-A2E1-9770E59E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AI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E041F-B714-42AC-B171-24F38EB9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43F24-26DC-4641-BC41-1BDB6C4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AI tăng tốc khởi tạo — nhóm vẫn chịu trách nhiệm kiểm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B0A34-E394-475F-89F1-863B0ECA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1363E-5E03-44AC-BB41-D5F79AFA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Prompt engineering hiệu quả khi mọi gợi ý đều được review bằng tài liệu và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97699-F3A1-4A35-919C-55EE8AA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0FB5E-826D-48E0-981D-57BBBB95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89C"/>
                </a:solidFill>
              </a:defRPr>
            </a:pPr>
            <a:r>
              <a:rPr sz="1650" b="1">
                <a:solidFill>
                  <a:srgbClr val="00D89C"/>
                </a:solidFill>
              </a:rPr>
              <a:t>ChatGPT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D1E46-08CE-4C23-9165-9BCE40C5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Boilerplate test &amp; NextRequest mocks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6D064-DA69-4A4E-BE61-336E0A37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158DE-AA3C-4523-9E70-E169235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BEE8"/>
                </a:solidFill>
              </a:defRPr>
            </a:pPr>
            <a:r>
              <a:rPr sz="1650" b="1">
                <a:solidFill>
                  <a:srgbClr val="08BEE8"/>
                </a:solidFill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ADC48-24D9-4B32-87AF-E55EECDD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Use Case branches &amp; workspace 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A1DE8-C73A-4326-BDD0-DDA8387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60BAA-D77B-4F19-8FA0-6A610CC4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38F0"/>
                </a:solidFill>
              </a:defRPr>
            </a:pPr>
            <a:r>
              <a:rPr sz="1650" b="1">
                <a:solidFill>
                  <a:srgbClr val="D938F0"/>
                </a:solidFill>
              </a:rPr>
              <a:t>GitHub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1D70A-62E1-4A8F-8A72-8FF916C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Gợi ý mã trong 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44268-E821-4F5E-B978-960AA471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181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623B0-F944-43A2-AA92-E633AA8C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ED8B6-8CE1-4B86-B5E1-F4A6CA62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GIÁ TRỊ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D6230-68A7-4094-B438-BE956D10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~50%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62D12-929A-461C-A648-D84EC3D5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BOILERPLATE ĐƯỢC HỖ TRỢ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B47A8-CE33-4751-B669-498E7A5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9C0"/>
                </a:solidFill>
              </a:defRPr>
            </a:pPr>
            <a:r>
              <a:rPr sz="1275" b="0">
                <a:solidFill>
                  <a:srgbClr val="9AA9C0"/>
                </a:solidFill>
              </a:rPr>
              <a:t>Tiết kiệm thời gian khởi tạo để tập trung vào logic nghiệp vụ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959FE-7AE5-4FC7-9179-ABE6D300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562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1172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3880F-7775-4834-8228-F45C97DC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A8ADB-0D3A-4CA6-B200-B94F72C5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AI MISTAKES → HUMAN FIX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A8BD3-F8BE-4C3E-8690-DE22E4B3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93053-39FE-49A3-A568-C4CE02D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UTC cứng làm refund test fail ngẫu nhiên → dùng ngày động / clock kiểm soát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84112-90A9-46F5-9C71-8E21F6A0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BAB71-D3DB-4B07-9330-C831638D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Cú pháp RTL cũ → đối chiếu tài liệu v16 và cập nhật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3D52F-1A63-4AC9-A887-63A70C4A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Nguyên tắc: AI đề xuất • Con người xác minh • Test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837715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01256F-8608-4060-B83C-80ED8190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D030E-C24C-4429-8613-9F5CE15E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ĐÓNG GÓP THÀNH VIÊN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78579-7D37-4A05-A7F4-4F9969D2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7E1B4-0C7F-4898-B62C-14810BFC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Phân công rõ vai trò, nhưng chất lượng là trách nhiệm chung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983AF-AA73-4598-AB72-91943A40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76496-4B62-4358-B5F3-2B38757C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đóng góp gắn với deliverable và pull request có thể truy vết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58862-C0E7-454F-B9A9-921A484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solidFill>
              <a:srgbClr val="4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5AE22-29B7-4A48-83BA-757A0E2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2B624-81CE-4311-90D4-A0F4877C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8DFF"/>
                </a:solidFill>
              </a:defRPr>
            </a:pPr>
            <a:r>
              <a:rPr sz="1125" b="1">
                <a:solidFill>
                  <a:srgbClr val="4D8DFF"/>
                </a:solidFill>
              </a:rPr>
              <a:t>PM / Tester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2994F-8E86-47C1-A838-E2608729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Kế hoạch • Decision Table •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11D18-E342-421A-9A84-9B4F3DAC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0B8C4-26C2-439B-BCDA-968830E6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#1 • #3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5CA26-5879-47E2-B84F-D02195E8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C813C-F7B3-4D78-9956-B550CCC7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63BAD-E74B-4582-92F4-5E3DA4A6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61775-ED5C-45B5-B345-C743265A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Vitest/JSDOM • API tests •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E04A0-BB69-4AE7-A9F1-33F885EB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6C3FF-B24D-4BDF-8331-DDC122E5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#6 • #7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F2B19-A729-4989-9C31-C347C6B8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F56D6-1B1D-45F3-A6F2-6539412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969FF-26AC-4AD1-B072-A745566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BEE8"/>
                </a:solidFill>
              </a:defRPr>
            </a:pPr>
            <a:r>
              <a:rPr sz="1125" b="1">
                <a:solidFill>
                  <a:srgbClr val="08BEE8"/>
                </a:solidFill>
              </a:rPr>
              <a:t>Tester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6F1B1-DB93-4B36-B3AD-E5FDE297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Unit Tests • Workspace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92241-3B8B-4F1E-BABF-47752A8C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CA25A-CB9E-424D-A3C5-19AB742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#2 • #4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6BE0F1-9471-41FB-A3D8-B6274D3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6D7E1-BD41-40F7-952F-B2B6F294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C5AB9-2243-4365-97CB-D6631DE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Backend 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38A675-FF25-44AB-B2E7-6EFDFEEA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API • Mock DB • Business fixes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CAD25E-DCD7-4548-9C0C-74C37705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AAF85-6BF7-4F91-8255-0BB99675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81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PR #5 • #8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5A1C5-BF7E-4039-A260-7E9E3BF9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BEDCD-41BE-4400-829A-416DFCBB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D9D40-1BDA-4B06-B5B6-C43DF46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38F0"/>
                </a:solidFill>
              </a:defRPr>
            </a:pPr>
            <a:r>
              <a:rPr sz="1125" b="1">
                <a:solidFill>
                  <a:srgbClr val="D938F0"/>
                </a:solidFill>
              </a:rPr>
              <a:t>Frontend Dev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7B19E-686F-4E4F-ABFE-D4B80AE3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LoginPage • RTL component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6B4861-7447-477D-83B2-046EAA71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DBC1FC-DF3F-4FCB-BD04-F6D46E73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57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#9 • #10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A6BD0-F804-466E-A930-530E93DF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D07B63-8BE9-4802-8C74-356C2206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58298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1A6EF-C8B0-47A0-B9F8-F6AFE217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86873-5670-461C-B91A-09F41068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KẾT LUẬN &amp; BƯỚC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3222C-2A9E-490E-81CB-F69F703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51012-DD7C-406B-8D98-7147A258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Một nền tảng kiểm thử đã hình thành.</a:t>
            </a:r>
          </a:p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Bước tiếp theo là tự động hóa nó trong CI/CD.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4CD7-9146-40B5-A77A-D627971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28C42-C831-4B40-90D0-94D28D0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5C487-9AEC-4C62-9B62-B149B429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 / 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63B76-8182-4756-9BF5-C3371FA6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780B7-7A72-4BB0-AEAE-0198E7A5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24895-7800-478A-AB1E-4E836FAC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&gt;92.5%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B9487-F4EC-4EB1-A4D4-628557C1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TARGETED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0FDF6-AC48-4AF4-913F-3A6A519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12F8C-9C0E-422F-8006-50DFBDF4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38F0"/>
                </a:solidFill>
              </a:defRPr>
            </a:pPr>
            <a:r>
              <a:rPr sz="2850" b="1">
                <a:solidFill>
                  <a:srgbClr val="D938F0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7F20F-5429-4E3E-9345-68B6DA2E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DEFECTS CLOSED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D36F2-68C3-4DF0-B6EA-97AB0DF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A9C0"/>
                </a:solidFill>
              </a:defRPr>
            </a:pPr>
            <a:r>
              <a:rPr sz="1350" b="1">
                <a:solidFill>
                  <a:srgbClr val="9AA9C0"/>
                </a:solidFill>
              </a:rPr>
              <a:t>HƯỚNG PHÁT TRIỂN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59C1E-1D17-4D8F-9DB8-0B0015B5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39A45-B3FD-4959-A11A-B59B01F3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9AF72-4F03-449B-B654-14D85CD5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GitHub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7FEBE-4DDF-496C-B363-9AE4E44C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53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Chạy test và coverage gate trên mỗi Pull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EC308-0219-448C-8ADA-1A50722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6244E-7008-45C4-BC71-6B58AB0E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Playwright E2E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ECB35-6AB5-4696-BF88-716BE717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Mở rộng sang Chrome, Safari và các hành trình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A30EA-97C7-43CD-A023-DD206F8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43600"/>
            <a:ext cx="3143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0984C-58B6-4D17-8FCC-D737DD0B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43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A46"/>
                </a:solidFill>
              </a:defRPr>
            </a:pPr>
            <a:r>
              <a:rPr sz="975" b="1">
                <a:solidFill>
                  <a:srgbClr val="172A46"/>
                </a:solidFill>
              </a:rPr>
              <a:t>READY FOR THE NEXT QUALITY GATE</a:t>
            </a:r>
          </a:p>
        </p:txBody>
      </p:sp>
    </p:spTree>
    <p:extLst>
      <p:ext uri="{BB962C8B-B14F-4D97-AF65-F5344CB8AC3E}">
        <p14:creationId xmlns:p14="http://schemas.microsoft.com/office/powerpoint/2010/main" val="1902457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2026-07-19T11:40:44.4390000Z</dcterms:created>
  <dcterms:modified xsi:type="dcterms:W3CDTF">2026-07-19T11:40:44.4390000Z</dcterms:modified>
</coreProperties>
</file>