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7e1060f9be451a" /><Relationship Type="http://schemas.openxmlformats.org/officeDocument/2006/relationships/extended-properties" Target="/docProps/app.xml" Id="Rbec4365ac8f64f59" /><Relationship Type="http://schemas.openxmlformats.org/officeDocument/2006/relationships/officeDocument" Target="/ppt/presentation.xml" Id="R1abaa3d8be4c4b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5c6193f0444b8"/>
  </p:sldMasterIdLst>
  <p:notesMasterIdLst>
    <p:notesMasterId xmlns:r="http://schemas.openxmlformats.org/officeDocument/2006/relationships" r:id="Rf0b86ac47b594b24"/>
  </p:notesMasterIdLst>
  <p:sldIdLst>
    <p:sldId xmlns:r="http://schemas.openxmlformats.org/officeDocument/2006/relationships" id="256" r:id="Rea05ab5957fb4752"/>
    <p:sldId xmlns:r="http://schemas.openxmlformats.org/officeDocument/2006/relationships" id="257" r:id="R90c9e56dd5e14851"/>
    <p:sldId xmlns:r="http://schemas.openxmlformats.org/officeDocument/2006/relationships" id="258" r:id="Rd03e82da189f48fd"/>
    <p:sldId xmlns:r="http://schemas.openxmlformats.org/officeDocument/2006/relationships" id="259" r:id="R65b5fbf2e82048b0"/>
    <p:sldId xmlns:r="http://schemas.openxmlformats.org/officeDocument/2006/relationships" id="260" r:id="Rd2851ea366704c8c"/>
    <p:sldId xmlns:r="http://schemas.openxmlformats.org/officeDocument/2006/relationships" id="261" r:id="R0d5e4e16aaf94978"/>
    <p:sldId xmlns:r="http://schemas.openxmlformats.org/officeDocument/2006/relationships" id="262" r:id="R2aa927de37a44acf"/>
    <p:sldId xmlns:r="http://schemas.openxmlformats.org/officeDocument/2006/relationships" id="263" r:id="Rb99780a713534c3b"/>
    <p:sldId xmlns:r="http://schemas.openxmlformats.org/officeDocument/2006/relationships" id="264" r:id="Re0c48a5aea3b4f48"/>
    <p:sldId xmlns:r="http://schemas.openxmlformats.org/officeDocument/2006/relationships" id="265" r:id="R77c792a6628342e1"/>
    <p:sldId xmlns:r="http://schemas.openxmlformats.org/officeDocument/2006/relationships" id="266" r:id="Rec484b22d8154f42"/>
    <p:sldId xmlns:r="http://schemas.openxmlformats.org/officeDocument/2006/relationships" id="267" r:id="R4d921450de064b7c"/>
    <p:sldId xmlns:r="http://schemas.openxmlformats.org/officeDocument/2006/relationships" id="268" r:id="Rf9a65d9eec54420d"/>
    <p:sldId xmlns:r="http://schemas.openxmlformats.org/officeDocument/2006/relationships" id="269" r:id="R29742b580a2041da"/>
    <p:sldId xmlns:r="http://schemas.openxmlformats.org/officeDocument/2006/relationships" id="270" r:id="R354cd5bf15e344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caf11afb94dfa" /><Relationship Type="http://schemas.openxmlformats.org/officeDocument/2006/relationships/slideMaster" Target="/ppt/slideMasters/slideMaster1.xml" Id="R8305c6193f0444b8" /><Relationship Type="http://schemas.openxmlformats.org/officeDocument/2006/relationships/notesMaster" Target="/ppt/notesMasters/notesMaster1.xml" Id="Rf0b86ac47b594b24" /><Relationship Type="http://schemas.openxmlformats.org/officeDocument/2006/relationships/presProps" Target="/ppt/presProps.xml" Id="Rc661c9b64f444e8d" /><Relationship Type="http://schemas.openxmlformats.org/officeDocument/2006/relationships/tableStyles" Target="/ppt/tableStyles.xml" Id="R44e900aaaeba441b" /><Relationship Type="http://schemas.openxmlformats.org/officeDocument/2006/relationships/slide" Target="/ppt/slides/slide1.xml" Id="Rea05ab5957fb4752" /><Relationship Type="http://schemas.openxmlformats.org/officeDocument/2006/relationships/slide" Target="/ppt/slides/slide2.xml" Id="R90c9e56dd5e14851" /><Relationship Type="http://schemas.openxmlformats.org/officeDocument/2006/relationships/slide" Target="/ppt/slides/slide3.xml" Id="Rd03e82da189f48fd" /><Relationship Type="http://schemas.openxmlformats.org/officeDocument/2006/relationships/slide" Target="/ppt/slides/slide4.xml" Id="R65b5fbf2e82048b0" /><Relationship Type="http://schemas.openxmlformats.org/officeDocument/2006/relationships/slide" Target="/ppt/slides/slide5.xml" Id="Rd2851ea366704c8c" /><Relationship Type="http://schemas.openxmlformats.org/officeDocument/2006/relationships/slide" Target="/ppt/slides/slide6.xml" Id="R0d5e4e16aaf94978" /><Relationship Type="http://schemas.openxmlformats.org/officeDocument/2006/relationships/slide" Target="/ppt/slides/slide7.xml" Id="R2aa927de37a44acf" /><Relationship Type="http://schemas.openxmlformats.org/officeDocument/2006/relationships/slide" Target="/ppt/slides/slide8.xml" Id="Rb99780a713534c3b" /><Relationship Type="http://schemas.openxmlformats.org/officeDocument/2006/relationships/slide" Target="/ppt/slides/slide9.xml" Id="Re0c48a5aea3b4f48" /><Relationship Type="http://schemas.openxmlformats.org/officeDocument/2006/relationships/slide" Target="/ppt/slides/slide10.xml" Id="R77c792a6628342e1" /><Relationship Type="http://schemas.openxmlformats.org/officeDocument/2006/relationships/slide" Target="/ppt/slides/slide11.xml" Id="Rec484b22d8154f42" /><Relationship Type="http://schemas.openxmlformats.org/officeDocument/2006/relationships/slide" Target="/ppt/slides/slide12.xml" Id="R4d921450de064b7c" /><Relationship Type="http://schemas.openxmlformats.org/officeDocument/2006/relationships/slide" Target="/ppt/slides/slide13.xml" Id="Rf9a65d9eec54420d" /><Relationship Type="http://schemas.openxmlformats.org/officeDocument/2006/relationships/slide" Target="/ppt/slides/slide14.xml" Id="R29742b580a2041da" /><Relationship Type="http://schemas.openxmlformats.org/officeDocument/2006/relationships/slide" Target="/ppt/slides/slide15.xml" Id="R354cd5bf15e344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dcdb3e1df40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262f579624a13" /><Relationship Type="http://schemas.openxmlformats.org/officeDocument/2006/relationships/notesMaster" Target="/ppt/notesMasters/notesMaster1.xml" Id="Ra0510bb3e2304d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208ddeaec946d0" /><Relationship Type="http://schemas.openxmlformats.org/officeDocument/2006/relationships/notesMaster" Target="/ppt/notesMasters/notesMaster1.xml" Id="Rff54eed66d4f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06faa2e938480e" /><Relationship Type="http://schemas.openxmlformats.org/officeDocument/2006/relationships/notesMaster" Target="/ppt/notesMasters/notesMaster1.xml" Id="Rd8b4bec15d3445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aac5d12d945f8" /><Relationship Type="http://schemas.openxmlformats.org/officeDocument/2006/relationships/notesMaster" Target="/ppt/notesMasters/notesMaster1.xml" Id="R5de0cf5e5cf24c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4a60d6a8db4575" /><Relationship Type="http://schemas.openxmlformats.org/officeDocument/2006/relationships/notesMaster" Target="/ppt/notesMasters/notesMaster1.xml" Id="R0c8f7274b57140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8d283db15545cf" /><Relationship Type="http://schemas.openxmlformats.org/officeDocument/2006/relationships/notesMaster" Target="/ppt/notesMasters/notesMaster1.xml" Id="R6c69411661d44a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45250a58574a35" /><Relationship Type="http://schemas.openxmlformats.org/officeDocument/2006/relationships/notesMaster" Target="/ppt/notesMasters/notesMaster1.xml" Id="Rd5e48b6e34144b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e998bbb8884b0c" /><Relationship Type="http://schemas.openxmlformats.org/officeDocument/2006/relationships/notesMaster" Target="/ppt/notesMasters/notesMaster1.xml" Id="R5e89c8761617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afe72b35ec4b38" /><Relationship Type="http://schemas.openxmlformats.org/officeDocument/2006/relationships/notesMaster" Target="/ppt/notesMasters/notesMaster1.xml" Id="Rae8780ae8cfc46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877b8a09544350" /><Relationship Type="http://schemas.openxmlformats.org/officeDocument/2006/relationships/notesMaster" Target="/ppt/notesMasters/notesMaster1.xml" Id="Rf753b1ecd29540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7c312c8a694b6f" /><Relationship Type="http://schemas.openxmlformats.org/officeDocument/2006/relationships/notesMaster" Target="/ppt/notesMasters/notesMaster1.xml" Id="Ra79d760ddec949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da19eb1a2d4fe7" /><Relationship Type="http://schemas.openxmlformats.org/officeDocument/2006/relationships/notesMaster" Target="/ppt/notesMasters/notesMaster1.xml" Id="R31ffa7c09ed74c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710cb1290c44f7" /><Relationship Type="http://schemas.openxmlformats.org/officeDocument/2006/relationships/notesMaster" Target="/ppt/notesMasters/notesMaster1.xml" Id="R37f5c6a12b3349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68ed2599ba4316" /><Relationship Type="http://schemas.openxmlformats.org/officeDocument/2006/relationships/notesMaster" Target="/ppt/notesMasters/notesMaster1.xml" Id="R31fb8ee8fcef4b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9ea5cce7ba4947" /><Relationship Type="http://schemas.openxmlformats.org/officeDocument/2006/relationships/notesMaster" Target="/ppt/notesMasters/notesMaster1.xml" Id="Rba47aa601f7c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8d4c160ac4f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096e3e52004294" /><Relationship Type="http://schemas.openxmlformats.org/officeDocument/2006/relationships/slideLayout" Target="/ppt/slideLayouts/slideLayout1.xml" Id="Rc6c0ec3a04484a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c0ec3a04484a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0cb6a5505499a" /><Relationship Type="http://schemas.openxmlformats.org/officeDocument/2006/relationships/notesSlide" Target="/ppt/notesSlides/notesSlide1.xml" Id="Rb5f207392c7147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6b88118444a1f" /><Relationship Type="http://schemas.openxmlformats.org/officeDocument/2006/relationships/notesSlide" Target="/ppt/notesSlides/notesSlide2.xml" Id="Rd7aa7bf48afa4a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254521b434968" /><Relationship Type="http://schemas.openxmlformats.org/officeDocument/2006/relationships/notesSlide" Target="/ppt/notesSlides/notesSlide3.xml" Id="R15e63329517041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f23fd15ac4e1d" /><Relationship Type="http://schemas.openxmlformats.org/officeDocument/2006/relationships/notesSlide" Target="/ppt/notesSlides/notesSlide4.xml" Id="R1aebe91e910c46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3ef5689d4eee" /><Relationship Type="http://schemas.openxmlformats.org/officeDocument/2006/relationships/notesSlide" Target="/ppt/notesSlides/notesSlide5.xml" Id="R2c591488502b4c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bfbc439ea4f98" /><Relationship Type="http://schemas.openxmlformats.org/officeDocument/2006/relationships/notesSlide" Target="/ppt/notesSlides/notesSlide6.xml" Id="Re0fa80389cf14d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ad4d0a9e84b91" /><Relationship Type="http://schemas.openxmlformats.org/officeDocument/2006/relationships/notesSlide" Target="/ppt/notesSlides/notesSlide7.xml" Id="R5b6fe6d181a3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c1776ba94a78" /><Relationship Type="http://schemas.openxmlformats.org/officeDocument/2006/relationships/notesSlide" Target="/ppt/notesSlides/notesSlide8.xml" Id="R7fb809773a054a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4fba0b8ed4d16" /><Relationship Type="http://schemas.openxmlformats.org/officeDocument/2006/relationships/image" Target="/ppt/media/image.png" Id="Rffa9d281b7ae4bf8" /><Relationship Type="http://schemas.openxmlformats.org/officeDocument/2006/relationships/notesSlide" Target="/ppt/notesSlides/notesSlide9.xml" Id="R8a5cea8f257647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59dc25e254b7d" /><Relationship Type="http://schemas.openxmlformats.org/officeDocument/2006/relationships/notesSlide" Target="/ppt/notesSlides/notesSlide10.xml" Id="R86e5c395c0d843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d61088c754e86" /><Relationship Type="http://schemas.openxmlformats.org/officeDocument/2006/relationships/notesSlide" Target="/ppt/notesSlides/notesSlide11.xml" Id="R58f50def4e3048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9e208ae22402d" /><Relationship Type="http://schemas.openxmlformats.org/officeDocument/2006/relationships/notesSlide" Target="/ppt/notesSlides/notesSlide12.xml" Id="Read435a164d345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a15ccd1fb4a6a" /><Relationship Type="http://schemas.openxmlformats.org/officeDocument/2006/relationships/notesSlide" Target="/ppt/notesSlides/notesSlide13.xml" Id="R7c83f159085840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ea8967a474186" /><Relationship Type="http://schemas.openxmlformats.org/officeDocument/2006/relationships/notesSlide" Target="/ppt/notesSlides/notesSlide14.xml" Id="Re56c3fe5e09f45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d61ee34b40b5" /><Relationship Type="http://schemas.openxmlformats.org/officeDocument/2006/relationships/notesSlide" Target="/ppt/notesSlides/notesSlide15.xml" Id="Rf068461ca96940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72DAF-5816-45F4-9F58-9F47E822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B9340-9E54-40BB-AF66-A579962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BÁO CÁO TỔNG KẾT 10 TUẦN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C9E98-CE5C-4060-8790-8A5D7C7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0B706-3E65-417A-BB6B-873651B2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DỰ ÁN KIỂM THỬ HỆ THỐNG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92FE4-6D94-4BFA-A987-EC90EC8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Pickleball Court &amp; Coach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DB581-D9CB-4C2D-956D-658004D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AA9C0"/>
                </a:solidFill>
              </a:defRPr>
            </a:pPr>
            <a:r>
              <a:rPr sz="1800" b="0">
                <a:solidFill>
                  <a:srgbClr val="9AA9C0"/>
                </a:solidFill>
              </a:rPr>
              <a:t>Báo cáo hoạt động kiểm thử &amp; tự động hóa</a:t>
            </a:r>
          </a:p>
          <a:p xmlns:a="http://schemas.openxmlformats.org/drawingml/2006/main">
            <a:pPr algn="l">
              <a:defRPr sz="1800" b="0">
                <a:solidFill>
                  <a:srgbClr val="9AA9C0"/>
                </a:solidFill>
              </a:defRPr>
            </a:pPr>
            <a:r>
              <a:rPr sz="1800" b="0">
                <a:solidFill>
                  <a:srgbClr val="9AA9C0"/>
                </a:solidFill>
              </a:rPr>
              <a:t>10 tuần đồng hành cùng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461ED-AF76-485E-B270-925AB521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0C5EA-E031-4838-9C8A-3F0DF33B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NHÓM 3 • SWP391_SE1701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58ACC-D8C4-4D0B-A087-25D11B5F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Đại học FPT TP.HCM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D2962-8769-470C-9BC8-93B706E1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657600" cy="3886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12E53-D742-497D-9975-9BBC48D0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8E58F-B82B-492B-897B-267393B7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CORE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38406-F79A-442B-A75C-FD7C5BE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3783F-421F-4DD2-922E-46E1186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PM / Tester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92778-1FAC-4B7C-B266-FD6C30A9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322C0-4BC2-45A5-8AFA-95BE77D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D89C"/>
                </a:solidFill>
              </a:defRPr>
            </a:pPr>
            <a:r>
              <a:rPr sz="1050" b="0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95C22-8D63-46C9-8FF8-4A73C2B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47535-62A4-4FA2-89E1-D45A63F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Tester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10369-7F0D-4B24-81F7-F057D8F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F6EBC-79E0-4967-9223-1B16D174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Backend Developer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854B4-F07C-4395-ADAF-16D7089A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ED62A-FA50-4C5C-92E5-17FC70D1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Frontend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FE62A-6AF0-4022-BB10-21C68C80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657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BC583-1504-4AB0-A679-30ABB63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QUALITY • AUTOMATION • TRACEABILITY</a:t>
            </a:r>
          </a:p>
        </p:txBody>
      </p:sp>
    </p:spTree>
    <p:extLst>
      <p:ext uri="{BB962C8B-B14F-4D97-AF65-F5344CB8AC3E}">
        <p14:creationId xmlns:p14="http://schemas.microsoft.com/office/powerpoint/2010/main" val="1688474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6384D-1403-472D-93DB-11131FA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6D769-791E-463A-A202-F4605D4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BỐI CẢNH &amp;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8EF6-5B94-477A-BFA7-F017CD4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729EF-C2E2-4EBD-B316-9F5F4EC7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PCS cần độ tin cậy ở những luồng có rủi ro cao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01BD-1FF6-436F-BCBE-A48FB3DD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ABAD7-36A2-4239-9954-04E7CA1B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Đặt sân, thanh toán và dữ liệu vận hành phải nhất quán theo thời gian thực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7F1B-75DD-43AA-8D48-B7AD6C0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2E6B5-5D8B-4475-A822-3D03F6F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89C"/>
                </a:solidFill>
              </a:defRPr>
            </a:pPr>
            <a:r>
              <a:rPr sz="1500" b="1">
                <a:solidFill>
                  <a:srgbClr val="00D89C"/>
                </a:solidFill>
              </a:rPr>
              <a:t>Đặt sân &amp; HLV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BB4ED-9673-49E7-B498-FD67B4E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Giữ slot, kiểm tra trùng lịch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6E698-E36E-4E39-99A1-7CDDBB75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21013-48DB-43AF-891B-E167594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BEE8"/>
                </a:solidFill>
              </a:defRPr>
            </a:pPr>
            <a:r>
              <a:rPr sz="1500" b="1">
                <a:solidFill>
                  <a:srgbClr val="08BEE8"/>
                </a:solidFill>
              </a:rPr>
              <a:t>Thanh toán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CF21A-87E4-4FFF-910C-AEB5BE5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PayOS, webhook, hoàn tiền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261FC-E96C-4FC3-BAA2-09FA77E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45849-06A2-49C3-9AA6-4F393C2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38F0"/>
                </a:solidFill>
              </a:defRPr>
            </a:pPr>
            <a:r>
              <a:rPr sz="1500" b="1">
                <a:solidFill>
                  <a:srgbClr val="D938F0"/>
                </a:solidFill>
              </a:rPr>
              <a:t>Ghép cặp &amp;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D3CEC-F765-4AF3-B1F4-8CB4CB59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Skill matching, Gemini 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F08B2-FA51-43BF-8A2E-96476CFD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4D8A1-5433-45DF-A909-11D10D0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SaaS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61D48-E738-4ECD-BAF4-297787D2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71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Doanh thu, báo cáo, vận hành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CF074-1921-4D13-909D-5B4EB184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4 mục tiêu kiểm thử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0243D-2D13-4CF5-BD5E-A1DE0F9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49602-4A3B-4A0A-8903-81C99D05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Zero double-booking trong luồng đặt sân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ACC93-388D-4D10-B715-7855751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03069-6A42-4EA8-BD90-A6C57CD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Kiểm soát đúng hoàn tiền, giới hạn đặt và voucher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CD344-4E8F-40F5-9B8F-B6B8B3D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D5A64-819C-4E55-9774-70224FF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Tự động hóa hồi quy cho các luồng trọng yếu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94BE8-0ABE-4184-978E-250B169C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3ED0D-014C-442F-9300-9B949B54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699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Coverage lớp logic backend vượt ngưỡng 90%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6FCF0-7951-4D89-A7E9-774E6681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9527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492AE1-8BFF-4671-9B70-46288835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&gt;90%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40D2B-BC8D-4BC7-9AD5-E59B442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MỤC TIÊU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25B2B8-D9B3-4721-80A4-8A2A4B0D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1A38E-11B3-4278-A8FE-D9ABA9B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19716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C7C123-4310-4B24-81E8-11E920FC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Ngưỡng chất lượng trước bàn giao</a:t>
            </a:r>
          </a:p>
        </p:txBody>
      </p:sp>
    </p:spTree>
    <p:extLst>
      <p:ext uri="{BB962C8B-B14F-4D97-AF65-F5344CB8AC3E}">
        <p14:creationId xmlns:p14="http://schemas.microsoft.com/office/powerpoint/2010/main" val="952100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FBF2D-BBEA-456B-944C-5606D37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FF847-2B9C-430B-A9A2-77851B98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PHẠM VI KIỂM THỬ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ECE7C-7285-455E-A09F-53DAFCE4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4A3DD-4CF7-44A3-B684-C6F42C6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Tập trung kiểm thử nơi lỗi gây ảnh hưởng trực tiếp đến người dùng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BF055-5209-4B60-81B9-CA6276B5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09A07-62B4-476D-A885-CCC327E0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Ba lớp kiểm thử tự động, ba nhóm ngoại lệ được quản lý rõ ràng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8D259-B439-4275-8BF6-0DFCE8C6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89C"/>
                </a:solidFill>
              </a:defRPr>
            </a:pPr>
            <a:r>
              <a:rPr sz="1500" b="1">
                <a:solidFill>
                  <a:srgbClr val="00D89C"/>
                </a:solidFill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E620-ACEE-453F-B298-F3F61869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A9CD6-2965-476E-8659-E7E55ECD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8CF5B-A169-44D1-91B3-C3CADD32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69E1A-A15F-41CF-A5D6-34E8F7DE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A32CD-015D-4B0A-9580-1A0A41F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47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Service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9C54C-DD66-4D17-8A65-D96C8FD4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717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Refund • Booking • Promotion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52E48-06FF-4F99-B754-7B381341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6CF54-89BD-45F8-9A33-3B438EA4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771E9-8BD5-44D6-920E-EB19B83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532B0-51E3-4A3F-BAAE-818F48F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Route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EA88C-1C3D-46EC-B719-B1C4B98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Auth • Booking •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8E3A5-F214-4181-84BA-F7A3AD15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5143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370E5-8356-4F00-AC10-F61EB84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70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1D8BF-4871-49D5-857E-9EF5B5A1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DC854-42D0-40F6-9528-329683E0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Component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F98E2-1FFD-4825-BBA3-624F6E30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05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LoginPage • RTL • JSDOM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4FB53-F743-4C42-AABF-B55DD4B3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67"/>
                </a:solidFill>
              </a:defRPr>
            </a:pPr>
            <a:r>
              <a:rPr sz="1500" b="1">
                <a:solidFill>
                  <a:srgbClr val="FF5A67"/>
                </a:solidFill>
              </a:rPr>
              <a:t>OUT OF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5F14D-2F89-4577-B082-E3D00DC1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7"/>
          </a:solidFill>
          <a:ln xmlns:a="http://schemas.openxmlformats.org/drawingml/2006/main" w="0">
            <a:solidFill>
              <a:srgbClr val="FF5A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22E5E-3C61-4B99-9E76-40E4F477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346E1-6826-4162-B529-C978C53C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Stress / Load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58FEB-E611-46A3-8795-0562CE9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3B5314-BA99-4177-9424-71FBF8E1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Cổng ngân hàng thật - chỉ dùng PayOS sandbox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D34E4-3D45-4B1A-858C-D78003E0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ECE86-3861-44A0-AAFC-A31057FA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Penetration testing hạ tầng mạng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BB6C0-8A1C-4578-9425-BC6335FA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77BB8A-93DB-40E6-815D-551C7DA1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Chứng nhận cross-browser trên thiết bị thật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2A2E1-1B38-4071-A335-4EB9020D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76850"/>
            <a:ext cx="5143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151E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B77822-3F7E-40A3-8502-85B57C90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5A67"/>
                </a:solidFill>
              </a:defRPr>
            </a:pPr>
            <a:r>
              <a:rPr sz="1350" b="1">
                <a:solidFill>
                  <a:srgbClr val="FF5A67"/>
                </a:solidFill>
              </a:rPr>
              <a:t>Phạm vi rõ → bằng chứng kiểm thử có thể bảo vệ</a:t>
            </a:r>
          </a:p>
        </p:txBody>
      </p:sp>
    </p:spTree>
    <p:extLst>
      <p:ext uri="{BB962C8B-B14F-4D97-AF65-F5344CB8AC3E}">
        <p14:creationId xmlns:p14="http://schemas.microsoft.com/office/powerpoint/2010/main" val="2110781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ACC8B3-C26A-4B06-9025-454408FC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4EF0A-C0E7-4DA6-A054-C155BA37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THIẾT KẾ HỘP ĐEN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0BFE8-CF99-42A8-8A80-A9970D32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6D954-DE62-48D4-B317-C6827B5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8 quy tắc bao phủ toàn bộ tổ hợp đăng ký tài khoản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FF90-53CB-4F62-979C-4460B87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D7DC0-76B8-4100-90E4-4CCDB91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Decision Table biến ba điều kiện đầu vào thành hành vi có thể kiểm chứng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05A41-516A-4DE6-8681-D0656E90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952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FA52A-AABD-42DB-B3D4-2118429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Điều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CFB02-D395-4012-A260-E148E71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73174-B84B-40B7-B7D5-89E2D665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312F1-9512-4E84-B2B7-8BAE2600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7AB78-398B-4665-BDFF-D5EE8CA3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8C841-D859-44B3-B8B1-D6ABBCEA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C5F6F-8F6B-49D7-8A72-2B9E66D0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6A1BD-9B16-418D-B5F5-CEFA6A19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FD968-4760-4C15-AA7B-D54CA620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41E27-2D4E-41A7-9013-00952FE0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8F0D0-5660-49B4-ACE4-39DFFD4E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180F3-35B5-404C-B4E9-A60606B7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922A1-2AEA-4B2E-BA92-EA1C0AF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4A7D9-166A-42A8-8832-9F6D2063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A6DCFA-8B6A-4A25-9121-FC7F94E7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E8910-A502-4AF8-B486-C002AD3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C7EA5-445B-4CCC-9DDF-D35D70F1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50DDB-ED0E-4B98-A515-EB98BEE4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62C33-EE6A-4CBB-BB0E-308AE0B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Email hợp lệ &amp; duy nhất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F71B4-124D-4F80-A487-58936C73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067FFC-E6E8-4351-8F3F-CECA028C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68587-7311-4B8C-8CF2-17739A6A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1FE36-69FD-40DE-8234-3C36C6A3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9352F-B56E-46F5-9F91-337BF99E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CB3B0B-3C34-4DEA-97AB-7BA16FB8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AE2A7E-3E33-4FB7-AEE8-6414888D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CF38F-249A-41E4-B1AF-3FCC7D89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E3509D-6210-48B2-A5F7-2E4C5A9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F19EC2-8502-42B5-BF91-7AC0C4B0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193953-1E3B-46A2-A067-51060CCE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634BAB-1C95-4D4E-AD01-0CBF0903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73055A-063B-4A93-88F9-D24747C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DA9F76-2ED9-4386-B73D-9F52509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DA2C3F-D116-4C07-A8CF-D24FCBB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02DAFC-878A-4083-A5BF-E68D7884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B6F57B-B0D1-4B30-A8E9-237EFCEB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73BAE4-1EC2-4A50-8136-4FBC204A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SĐT hợp lệ &amp; duy nhất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A0D240-96E3-4540-8526-246EFB6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E8BCEF-52FF-437D-9C8A-A36C1E07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965E40-A6DF-4599-9BE6-09D0E751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05B2E5-B702-4ACB-9179-0C11409F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CE9C33-A5D7-4802-B7C8-60B19726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F0608D-B280-45CC-AF9E-EF1F42D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F48AC-A427-4C8A-957E-5FD3EC4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9FA8FF-16AA-488C-8E93-46B4951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961D9B-DAAB-45E1-89DF-6CBB4B5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FE2E2D-04C6-4F64-B6EC-21222D2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0445FD-22B3-4713-BA25-CA71934E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AF30A6-5510-4EBE-BE43-716B750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F81918-B63A-4F78-A7B3-F3D1B211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6B6936-B1B4-415E-92A3-CA17ABE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E28018-4C71-4AC9-9B2F-2615E249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625983-54BB-4E97-BD6F-B268F4C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DC148E-6860-4F62-8E9C-F3A4A892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9DA231-731B-4880-A2FA-B316DAEE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Mật khẩu mạnh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EFCB42-9041-419B-95C0-F6366C8A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28FF3B-B738-4A2C-B3FA-DEEAA45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A6783D-B2C1-4B3A-BC78-B552320B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D1F1E3-BCB0-4E26-BB3F-96AF9F9E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231C43-D6B5-48E4-8C45-6825FB89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45D7B7-C8F4-4072-8B14-C112E782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5DF22B-794D-4465-B061-659E46E2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84D15F-6912-4580-B546-92359EF3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63AFC40-431C-4070-A40E-5A095AC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A3D900-3278-45F0-ABBE-12A40AF6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E95F21-D8D8-4641-8DD9-5E7EC999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0C2FB8-05AE-4AE5-A92A-089762C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03873C-C9AE-4480-88E6-E325CB1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B09B809-3AB9-45F7-A812-9E42A452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C8E381-288C-44A1-9B51-85D5CCA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7ECED09-6515-4415-A079-864375F6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433C69-706A-44AA-96D8-56B95077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899034-A31E-46F3-A08B-CAE7BDB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D89C"/>
                </a:solidFill>
              </a:defRPr>
            </a:pPr>
            <a:r>
              <a:rPr sz="1200" b="1">
                <a:solidFill>
                  <a:srgbClr val="00D89C"/>
                </a:solidFill>
              </a:rPr>
              <a:t>Kết quả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A3196A-B63F-4164-AF86-F57828A0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BDBEE8-23B8-4C71-A081-19FE70F4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OK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CCD2D64-EF34-4AB0-BA7B-ADE3A3E9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3C675A-D02E-4E9D-A73B-3FB97CD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53D530-5073-4D3D-B521-97ACA96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F96D4E-1E70-4EA6-9286-BB207DD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Phone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79214F-A2A8-4B63-85AE-70237F6B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CA3F855-7D09-465F-B7B9-7B7D87C5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F3DB7A8-4FC4-4759-9753-D5EB557D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8CC9D7-69DC-409E-92A2-22581EF2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Email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6A9E57-059F-4FCB-8C5B-B1668F8C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6AA564-C663-47AF-AB09-C2129DA9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10920BB-D537-4B15-AD4C-74899643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EA09D3-E7E1-4475-B7FC-E64CC3DD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4E2A95-6758-4B9F-A349-6492A3E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57ACBD-900B-4176-A4F8-6B1515D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All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B44655-3BE8-4DBC-A7F6-BE18518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077B64-F1B4-40E2-8341-3BFA2AC8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962A1F-9B4E-4CF6-B938-1AF71766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TEST CASES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F0253C-F5B6-44AC-B384-8302B36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34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TC_DT_01 → TC_DT_08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35765E-F7EA-494B-B065-D1F82B00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Phát hiện lỗi nhập liệu đồng thời thay vì chỉ kiểm tra từng trường riêng lẻ</a:t>
            </a:r>
          </a:p>
        </p:txBody>
      </p:sp>
    </p:spTree>
    <p:extLst>
      <p:ext uri="{BB962C8B-B14F-4D97-AF65-F5344CB8AC3E}">
        <p14:creationId xmlns:p14="http://schemas.microsoft.com/office/powerpoint/2010/main" val="1665944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2370F-7408-48FC-8EE3-0481DF6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2F67D-3D95-4A5C-ABD1-0A732D9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THIẾT KẾ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A09EF-A653-4DC1-AB39-F062F4EC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8493F-7A9E-4B86-859A-3B138791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UC-04 khóa chặt hành trình Đặt sân → Thanh toán → Xác nhận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CE147-CE9D-4205-A992-6060E66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8C00-15E2-47FA-A9CA-9DAB4A8B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Luồng cơ bản và ba ngoại lệ xác định rõ trạng thái của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D6E1-A5C7-4124-BA5A-72341770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C0090-951A-4E30-820D-F782A9A0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3AACA-CFA7-445E-8C08-DDE47D9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BD8C5-CDA3-450D-988F-5C6C42D7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Chọn sân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&amp; khung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50F5B-888D-437B-A3CE-5E2DE28B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61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498E3-6EF8-48DA-9737-1B4884D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38786-0CB3-4D63-ACFC-F79F5BAE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E81FB-19ED-469A-B548-8DF9A42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Giữ slot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10 phút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949F3-2762-4D2C-ABFC-B0790925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F7EE3-B050-4E47-AA79-438C4AB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E6686-C057-4BAF-BD03-485EDB4E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6843E-8517-4C70-AE5A-F87D05D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Quét QR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PayOS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E55CA-8312-4D44-BE22-4BC90B9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CB208-4F26-4B9D-B22C-8B684FDC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7634F-C8FB-4606-BFD0-7752952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4C775-48E2-4BD6-81B5-27B543DA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Webhook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IPN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F92CA-3B72-4C9E-9A68-1154A04E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6B5A7-8213-441F-8B04-5096C34C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CD70A-11B7-4B54-9E70-993A472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Đơn Paid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Khóa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65BC8-5A5B-402D-9D73-22BD15C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3 luồng ngoại lệ quyết định độ bền của hệ thống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3A33A-D35E-464D-8EFC-24E8DF7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7"/>
          </a:solidFill>
          <a:ln xmlns:a="http://schemas.openxmlformats.org/drawingml/2006/main" w="0">
            <a:solidFill>
              <a:srgbClr val="FF5A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CF7F3-55C2-4718-AB6F-FCB62EF8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67"/>
                </a:solidFill>
              </a:defRPr>
            </a:pPr>
            <a:r>
              <a:rPr sz="1350" b="1">
                <a:solidFill>
                  <a:srgbClr val="FF5A67"/>
                </a:solidFill>
              </a:rPr>
              <a:t>AF1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7E1CC6-F1C1-4FDD-A608-D65E3926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Trùng giờ chơi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A38C2-A7BA-4C07-A57D-919E6869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Từ chối khi slot đã bị khóa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65970C-B5AC-4626-BF26-C2A330A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3C65DC-F3D9-4B8B-9DD6-9B9457A2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453"/>
                </a:solidFill>
              </a:defRPr>
            </a:pPr>
            <a:r>
              <a:rPr sz="1350" b="1">
                <a:solidFill>
                  <a:srgbClr val="F6C453"/>
                </a:solidFill>
              </a:rPr>
              <a:t>AF2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461B6D-9017-47D2-92BE-B98871B4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Vượt giới hạn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8B6E3-228B-4FDB-82F9-60ACD065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Chặn đơn thứ 4 trong ngày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69ADB2-3A27-4C53-AB9E-2C30A658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215F38-553A-496D-8B28-A205D95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AF3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1B662-ECE9-485C-98C1-B2D2B4D8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Hủy / hết hạn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FBB7EF-0BED-4801-9D4D-25B63E4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Giải phóng slot sau 10 phút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CA8C41-5FB1-4CE9-BF2A-E277B14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B72F8B-7C8D-4DB5-AD45-2F38EB0A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BEDD37-6F50-4846-901B-59FEFD71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USE CASE TCs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3652D4-65C5-4A18-8984-E27F61A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TC_UC_01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TC_UC_04</a:t>
            </a:r>
          </a:p>
        </p:txBody>
      </p:sp>
    </p:spTree>
    <p:extLst>
      <p:ext uri="{BB962C8B-B14F-4D97-AF65-F5344CB8AC3E}">
        <p14:creationId xmlns:p14="http://schemas.microsoft.com/office/powerpoint/2010/main" val="396956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A7E29F-AC97-4255-AF95-0CC40D4A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97587-BBCB-46E5-AC3B-4D556CBA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WHITE-BOX &amp; BVA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4BCDD-9BF9-4DC4-B076-21F590E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83A34-EFE0-4213-9528-B17B91AB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Các biên nghiệp vụ được chuyển thành điểm kiểm thử cụ thể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7612C-CCC6-4D70-A262-75CCB124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E00DA-A75D-41BF-AF4E-1AF608A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Không chỉ phủ dòng lệnh — nhóm kiểm tra đúng nơi hành vi thay đổi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245AB-0EB4-4711-B01A-B44A920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A674B-5F68-497F-A3DD-D6E1D67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BEE8"/>
                </a:solidFill>
              </a:defRPr>
            </a:pPr>
            <a:r>
              <a:rPr sz="1050" b="1">
                <a:solidFill>
                  <a:srgbClr val="08BEE8"/>
                </a:solidFill>
              </a:rPr>
              <a:t>HOÀN TIỀN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A222A-0EE1-4099-B877-67E86F92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calculateRefundAmount()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4D769-B648-46B7-912E-D80B0A5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594B3-2758-4CE6-92B7-FD32D12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76C7A-69E1-46FD-AC83-A49B835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&lt; 2h: 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C1C8A-830F-4DD6-9F8D-8ED0AC62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FAB12-03C8-4BB7-921B-C90CAA10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2–12h: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570C1-4D5C-4B5C-AA21-C4ACEDB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E6D67-1121-4CAB-B024-C42C6AC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&gt; 12h: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C7169-84FA-4D5D-B18C-BCE624A2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B54CF-06CA-4E04-BD09-3F79D72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GIỚI HẠN ĐẶT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E5F29-5FD4-4141-B620-3F1F1559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createBooking()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BE92A-3A26-4DE1-9722-ED8E470E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9C315-D283-48A6-887D-3C66D450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8E742-21FA-4389-B93F-0DAE3327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Lượt 3: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57DA0-6E72-4904-9525-CA0C854C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3CA1F-0065-426C-9418-1C5AA42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Lượt 4: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321DE-AEF7-439E-8498-ACE1A86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86983-CA61-4D9E-A38B-65080D2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Ranh giới/ngày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2A1A2-A4BF-4450-B308-BFC2677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00FF7-A1D6-4E01-9455-6EF7929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38F0"/>
                </a:solidFill>
              </a:defRPr>
            </a:pPr>
            <a:r>
              <a:rPr sz="1050" b="1">
                <a:solidFill>
                  <a:srgbClr val="D938F0"/>
                </a:solidFill>
              </a:rPr>
              <a:t>VOUCHER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3F495-E090-4B73-A9B4-1A16C63C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validatePromotion()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771A4-8DF9-4D07-8926-876EF946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C3450-0888-4409-92FD-2CFC61C8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84B91-4468-4C6F-AB58-40D1F31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Hết hạn T/F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83D1C-AA74-4BF7-965B-E7329194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1A9749-E165-4542-BC52-215D7D22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Min order T/F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BF9334-A83C-4B0E-9D54-ABA360CC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B7D829-99C6-4A13-A7A7-C04FA3D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Phủ nhánh if/else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85AD38-BBEB-4ED7-8F06-9FE396D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KỸ THUẬT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C79206-82AA-49F8-91F3-00BE24F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6619C-6198-4FD7-AF95-561D0DF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97ECCD-DC4D-4FBD-8821-EC031491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673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3688AE-42E1-42A8-9112-44D48627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673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BVA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694C35-6580-4D14-B0F3-8717532F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6735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85147F-CFAD-4BEF-9E3E-5B941585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67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STATEMENT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E80783-B01F-42FB-B2B8-9D61DF05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CF3BB1-C588-409D-903A-E6BF3D20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517870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7BE80C-AC5B-411B-AE77-ECD09C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D30B4-BAFD-4C21-A5B8-7F42EE95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AUTOMATION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D1310-A117-42E1-9AF5-681504A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D6E38-BD60-4750-8BFF-5EC477F8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Vitest tạo một workspace kiểm thử nhanh, thống nhất và dễ bảo trì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EB2F5-B118-411E-A564-77BE788B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EC69E-44AF-4BD6-BC38-3EFCE6C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Backend chạy Node, UI chạy JSDOM, dữ liệu dùng chung qua testData.ts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12ED9-9CB9-4325-B896-B79CB22E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0957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F7372-AA0B-46A4-87A2-B6593C2D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D89C"/>
                </a:solidFill>
              </a:defRPr>
            </a:pPr>
            <a:r>
              <a:rPr sz="2100" b="1">
                <a:solidFill>
                  <a:srgbClr val="00D89C"/>
                </a:solidFill>
              </a:rPr>
              <a:t>VITEST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00AF6-F0EE-4D83-968A-F1A0225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Lý do lựa chọn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A759E-33D4-4830-97B0-D6886E2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0B999-252D-4A95-9CC8-DEBDABE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TypeScript &amp; Next.js không cần Babel phức tạp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54D52-E64E-4803-BC11-87971B9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1A827-3DD9-4A7C-8B4A-97B53331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Chạy song song nhiều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51E2A-123B-45D7-89C6-94EE293A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47A9D-0411-4D28-84D6-5C565210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Mock API, repository và dependency linh hoạt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59093-48F9-4497-AAF1-D155B2A1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4FB86-8C73-4A48-B8BD-6456A40C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Coverage V8 tích hợp trực tiếp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47C3D-274D-41B4-A3C6-41C184F4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65913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8D43A-85F1-49A6-AA68-3794C1E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14D97-66A4-472C-B743-6B5A10A1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19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WORKSPACE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DFB1D-70FE-4919-B36D-1C91331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04DF7-EC89-4BF1-B4E5-60168E3B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0E0CC-B72D-4954-8F72-D80274F5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1A1C5-3F12-4BEF-AC3D-64DEC40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vitest.config.ts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E9A4E-6F48-418F-A751-5380A26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D7E4D-AEA7-4C6E-9002-37EFED5E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2B775-4B38-4325-A8C4-2EA4DA01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48450-3DC4-4FF0-A74D-26BC73B2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Backend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8C44F-5452-49E1-839A-8272AECD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A6B86-40EB-41AB-9504-A10F31B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38AFD-6A90-4521-B57D-E5EFF45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55498-900E-4621-9726-AA4DE487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JSDOM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7DE3A-FD2C-4309-A961-C1E9A9A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D77157-34B5-4684-8295-4261C003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81F96-0B99-47D1-9B50-2060D370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Coverage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74C3E9-6AA7-4453-BA6A-7CD725B1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C506A1-09D5-4124-B648-1C4AC067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3505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A7CB7-1C55-4099-A8EA-A5455604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tests/data/testData.ts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DD6162-EB0A-4DBF-82BE-C9ADA65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Mock accounts • courts • slots • vouchers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462379-99DE-4446-9C3B-803C7B6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4463E0-457D-4BFB-8BD0-B5B98AD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Một nguồn dữ liệu kiểm thử → ít trùng lặp → thay đổi schema nhanh hơn</a:t>
            </a:r>
          </a:p>
        </p:txBody>
      </p:sp>
    </p:spTree>
    <p:extLst>
      <p:ext uri="{BB962C8B-B14F-4D97-AF65-F5344CB8AC3E}">
        <p14:creationId xmlns:p14="http://schemas.microsoft.com/office/powerpoint/2010/main" val="923764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CDF317-0BE4-40C0-9837-76781077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01523-4502-4CEC-8B7D-E1C884A7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KẾT QUẢ THỰC 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DFEAF-954C-4687-B6AE-041760AF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D80AE-6DD4-4A19-88F8-6FF62F5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53 test tự động đạt 100% pass trong chưa đầy 5 giây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574BA-3FD9-4194-AE04-B3692E59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5687D-FED3-4994-A994-7C582300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Coverage các lớp logic trọng yếu vượt mục tiêu ban đầu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9D5CE-7A23-4CAC-A3BB-902A649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7C081-EB81-49E5-ADFC-4F0E931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09200-ACC4-4773-A50A-424F8A0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TOTAL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E2156-087F-4308-9253-BBC0D2B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97C5D-7FA5-49A5-AC6E-1D978921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95371-2197-472A-8336-562E633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3557D-D75C-4CEA-AFC5-62ACAE73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37F5E-1C57-463C-8728-5FBDED69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5A67"/>
                </a:solidFill>
              </a:defRPr>
            </a:pPr>
            <a:r>
              <a:rPr sz="2850" b="1">
                <a:solidFill>
                  <a:srgbClr val="FF5A67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72091-ABA3-4CB2-B15C-DE4C5EE5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5DD4C-5DF8-4C16-9C87-80351DE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9B3B0-38D9-4888-88BC-CF6A4371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74FFE-665E-4143-8063-1787099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D6E17-3DC2-4651-AB2C-82DA9380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F67E1-0BDE-45DB-AC6A-9DD1F33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4.22s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D8F5F-A390-4C5A-960E-D1779D1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LOCAL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F7E75-DA1A-4A87-BAD3-A8F119B3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36D97-5161-40DA-9F1B-F2D8F78E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TEST SUITE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DCCAC-D35D-4831-9F1D-E8AD1EA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Unit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04D08-30ED-48E3-9372-AE20DA6C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41 TCs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FB5E3-5D1D-452C-9435-BAE417A8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6BBED-9C82-48B7-B401-4AA5AD33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54968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439C9A-2295-4CCD-8865-92AC6E09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API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B280F-FAF8-4149-B827-031E535B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52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9 TCs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8761C-7F62-476F-940C-AED05DF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6F4728-7533-4160-A7A5-AC58E36C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12066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038544-1057-4E68-B4E8-F4085AD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UI Component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93F54-94C5-46C1-8D85-792F1D1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91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3 TCs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3CFB4A-2044-47C6-8E5A-E3452DA6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2538DC-9AD4-4C4D-A237-07F38D8A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40220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1FC7B6-7AC0-4CC5-AF54-2E37B00C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55CC8C-405E-45FC-985A-DD3C09C8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Statements 92.5%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33320E-27AA-4E67-85FE-06A3C49B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BEE8"/>
                </a:solidFill>
              </a:defRPr>
            </a:pPr>
            <a:r>
              <a:rPr sz="1275" b="1">
                <a:solidFill>
                  <a:srgbClr val="08BEE8"/>
                </a:solidFill>
              </a:rPr>
              <a:t>Branches 88.3%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1C50E-B3C7-40B7-8D5C-12A0A21A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38F0"/>
                </a:solidFill>
              </a:defRPr>
            </a:pPr>
            <a:r>
              <a:rPr sz="1275" b="1">
                <a:solidFill>
                  <a:srgbClr val="D938F0"/>
                </a:solidFill>
              </a:rPr>
              <a:t>Functions 95.0%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7E8D0F-DB13-4BC9-AC0A-F7FEF744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8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DFF"/>
                </a:solidFill>
              </a:defRPr>
            </a:pPr>
            <a:r>
              <a:rPr sz="1275" b="1">
                <a:solidFill>
                  <a:srgbClr val="4D8DFF"/>
                </a:solidFill>
              </a:rPr>
              <a:t>Lines 92.5%</a:t>
            </a:r>
          </a:p>
        </p:txBody>
      </p:sp>
    </p:spTree>
    <p:extLst>
      <p:ext uri="{BB962C8B-B14F-4D97-AF65-F5344CB8AC3E}">
        <p14:creationId xmlns:p14="http://schemas.microsoft.com/office/powerpoint/2010/main" val="898323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D25D7-2FFD-4A07-B7CD-82D6BAD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9E49A-01D3-42B6-88FC-84C795A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QA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63C03-826B-414A-8B0C-CCC27D23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BCBE8-F1BC-48AE-BDA5-D426ED38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Dashboard biến kết quả kiểm thử thành bằng chứng có thể đọc ngay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65BCD-17B4-450A-A7E2-FC93B6E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40512-4E9C-4A08-BF85-BF58C1C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Một màn hình kết nối pass rate, phân bổ suite và trạng thái pipeline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9d281b7ae4bf8"/>
          <a:stretch xmlns:a="http://schemas.openxmlformats.org/drawingml/2006/main"/>
        </p:blipFill>
        <p:spPr>
          <a:xfrm xmlns:a="http://schemas.openxmlformats.org/drawingml/2006/main">
            <a:off x="533400" y="1844018"/>
            <a:ext cx="7810500" cy="3951015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DF985-A17C-4AD0-87E1-6D2920DA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AA827-72BF-475B-A116-90B0755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A9C0"/>
                </a:solidFill>
              </a:defRPr>
            </a:pPr>
            <a:r>
              <a:rPr sz="1275" b="1">
                <a:solidFill>
                  <a:srgbClr val="9AA9C0"/>
                </a:solidFill>
              </a:rPr>
              <a:t>OVERVIEW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E4011-D48E-4907-AAAE-316A0CB6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931EA-E5B3-40A2-974D-B5F05DD4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53 Passed / 0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EBE61-574E-46EF-80BD-62271DD8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A919F-2F72-4B6B-9A0F-6D5E149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100%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2F43E-5533-405F-8E6D-A8388BE0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EA61B-D61C-40DF-9A07-8668C28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Phân bổ Unit • API •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C827A-8AEA-4173-B5C8-F6914642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BB2EC-4FD2-4A0F-8BB3-D405FE1D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Pipeline 7 bước trực quan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0FF79-0F41-44E2-B9FE-C5FD4AD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78AB9-9616-47FB-BDB2-BC6B4DC0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482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Coverage theo 4 chỉ số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1D7A1-88F3-44E2-9E82-528DC58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2800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3AB97-015E-4C3E-B5DB-1A20437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Evidence →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692175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070589-DE2A-4E6D-B20A-E698F9E4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AB7C9-C5CB-43A0-BAFD-B356B23A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DASHBOARD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920DF-DC2D-46E5-AF48-CCB373B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7620E-BAFA-4A61-B298-8E5949C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Test Execution và Defect Center rút ngắn vòng phản hồi QA–Dev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FBF4A-2D91-4D92-A361-6BB8885C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9405B-FB43-419D-98AE-9E7ACB2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kết quả đều có thể lọc, truy vết và mở chi tiết 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75C9A-FD8C-4037-AC39-A18782DF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8E25-7CE6-4039-A94C-7525210E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TEST EXECUTION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DF7A0-EF07-4E88-81A1-F9B8280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Search • Filter • Pagination • Priority •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62FE1-2FFF-4B62-8D20-E008FEE7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C1233-F11F-405E-8A94-A97C2402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F4EC6-0D74-44D9-9958-528F1218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66931-3FDF-4453-9420-7D8421F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ACCE5-7E10-483A-96C1-359B88C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3DF94-33F7-4EC4-908C-866A7808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107AE-D964-49FB-9B9C-F858D16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174C1-4FE9-4745-B893-43A644DC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92BAD-FDEE-46FF-9647-1ECB60BD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9478A-7BA4-46D0-98FE-B3A8D519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0445F-E214-409F-B101-9807EDEC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E29BC-6FE6-4CA0-957C-9CD9C5B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95640-E3EE-4406-BBC5-3A9F1D65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42018-115A-4462-BC75-EEC28B83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9ABD5-95D2-46A6-8246-9C665E03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E3D3E9-8F92-4B0B-BC88-415D514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TC_REG_03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81988-831A-4AAC-9515-DBF55D6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2BE5C-5810-4C0E-836A-07C49609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C9AA0-D830-4F67-9709-D174F420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2FB33-E1D0-4A63-89F7-86784936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BC251-3370-4D21-B956-ABE67660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TC_UI_02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0FB6F-5E69-49AE-8CF5-0FD898C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Login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85FCB6-DB5B-45EB-A2B1-952A216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B59A4-D7FB-4DCE-BC42-81DC93F2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302A13-B5E4-42AD-8F40-B93481B5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B411DF-5B34-4D5F-B44C-72219CD6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DEFECT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96174F-9281-449D-9A60-16A7E1CF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816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1AE898-AB30-4D08-B6B5-E5043BB2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A67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B703EC-EC81-41B8-B86A-118B16C2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7B6A6D-7BD2-4E4D-9877-9A75147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B7FE4A-8226-4471-8522-40C53BA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Timezone drift in refund calculation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FC2414-EADA-4436-A3E4-37D537A9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STEPS TO REPRODUCE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DA6519-07B6-4031-A68C-14C70FA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1. Create booking near boundary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2. Cancel using local timezone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3. Compare expected refund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82F29-5A15-433E-BDE4-ECB83D7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387956-0531-4FAD-8FBC-B658C728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SUGGESTED FIX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E1156F-6204-44E6-9835-D306169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Normalize timezone or inject controlled clock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DED1B9-F745-4EE3-9678-4E00B7C6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3939F3-8776-4A2D-94DE-9C1B9998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Chi tiết đủ ngữ cảnh giúp Dev tái hiện và sửa lỗi ngay trong một vòng</a:t>
            </a:r>
          </a:p>
        </p:txBody>
      </p:sp>
    </p:spTree>
    <p:extLst>
      <p:ext uri="{BB962C8B-B14F-4D97-AF65-F5344CB8AC3E}">
        <p14:creationId xmlns:p14="http://schemas.microsoft.com/office/powerpoint/2010/main" val="1051492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BC9FEF-0FAF-48FA-B9D6-33E5C55D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399FD-71D9-40D6-AE47-0EDB47C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TRUY VẾT &amp; XU HƯỚNG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D3149-82FC-457B-8943-EC0858A1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DC9D7-85CB-4304-8957-BD41843B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Traceability nối yêu cầu với test — trend chứng minh chất lượng cải thiện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CBEEB-F825-4724-96E5-C2E3805F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63126-639C-49DD-AF43-2F45A857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Dashboard trả lời đồng thời: đã kiểm gì, ở đâu và thay đổi ra sao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59316-D40A-423D-AC62-51F56090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2578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18563-DD9F-4187-88F5-109E84D0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8799A-ABC9-4F92-AE2A-C4CF630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REQUIREMENT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14709-A56B-4B94-BE96-5CF3395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B4A27-A294-41EB-BEBA-3A8DA47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63FA4-1320-4B5A-9259-99E28C10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TC_USR_01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42D27-5834-49A0-B7B7-3FBB8C4B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tests/unit/user.test.ts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1CB05-9F5B-4DF7-90F8-217D78B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81412-32C6-41A4-B601-56954F18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2EEAB-5685-49FB-A16D-836FA22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2FACD-9A5D-4236-BFD4-C41D11DF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tests/api/payment.api.test.ts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CD6F0-BB76-4169-A3D0-25508B7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6F70E-0471-466B-AE7C-EE5DDABB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FR-12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2EF04-BE51-4143-AC59-A0D6D4D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48117-CA5E-4512-84FF-55E028A4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tests/unit/booking.test.ts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A2EE9-E88E-45B8-B1AE-FFDC4FB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54864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BDC2E-71D5-45F2-8F74-2FFDA60D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57508-AD5F-4BA1-8C19-1833C896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TREND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2041B-E591-484D-ADE3-34D9BBB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C33FA-3247-4CCA-95EE-848CC8E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B0298-2AAE-48EE-B1BD-4790470B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41727">
            <a:off x="6781800" y="4038600"/>
            <a:ext cx="91638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0294A-6FC2-4728-97B6-25541E4F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06097">
            <a:off x="7639050" y="3714750"/>
            <a:ext cx="90362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D261D-9C29-4D96-807F-05A1E3D9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7749">
            <a:off x="8496300" y="3429000"/>
            <a:ext cx="9381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83671-2B0F-459B-B5EF-3BDA5C5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6805">
            <a:off x="9353550" y="3048000"/>
            <a:ext cx="892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CFB9A-6463-4ECA-BBB0-662CA82B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78596">
            <a:off x="10210800" y="2800350"/>
            <a:ext cx="77709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B1F7C-39CF-4398-979C-120B0D79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B07444-D3BA-473D-8CA9-BD1C5C4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BC9993-C947-4458-92E0-2690DB48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40939-1CB3-4D1E-9730-F2BA2925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E30784-88A8-4F91-A566-1A70FFE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337FC-E067-44B3-A7AA-A120C04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DC71EB-2F95-4FEA-BAF7-994663F4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F478D9-7D68-47C7-85B3-DC2E683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048D33-68FC-4974-ABCA-3D4D2F82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02CC62-DC4F-4E9F-A86E-2230C19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4CAAA6-F094-46A4-BC04-50837E5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A87B42-DCC9-4A01-AEBE-883AB1C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AB4702-7CC4-42F9-8C01-069C019E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PASS RATE /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099A8C-0FAD-411C-8550-00A0CA2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FE7757-6A71-4C51-8DB8-A7C507C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History Log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14C4AE-8DC3-4AE1-9030-C4CF4F14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Đối soát Run A /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3E8379-6D41-47B4-B1A2-9346F79F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F59034-3719-42BB-B694-B0C34DDF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Report Center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FE65F0-BB6B-4B12-B426-ACAF6E7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Tải báo cáo Markdown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A1F32-2D55-4E81-AF56-B0CD9774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2EF1AC-D722-4C45-883D-8B12B99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Settings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E6BBC-0394-4EB8-9A3D-73A87011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Vitest • Timezone • Mock DB</a:t>
            </a:r>
          </a:p>
        </p:txBody>
      </p:sp>
    </p:spTree>
    <p:extLst>
      <p:ext uri="{BB962C8B-B14F-4D97-AF65-F5344CB8AC3E}">
        <p14:creationId xmlns:p14="http://schemas.microsoft.com/office/powerpoint/2010/main" val="182118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68DF67-7291-4721-99F6-E4DFC57E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05B0D-40E1-485E-8346-8801BD5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DEFECT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0EA26-3704-41B3-8BEF-4DDEC1A2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783CC-EA21-479F-9BF1-96C9F1C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Ba lỗi được đóng bằng một quy trình retest có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15B00-9BC8-48E0-8AB2-BAB6E667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98281-AB59-4475-A817-CF8FE06F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defect đi qua cùng một lifecycle và giữ bằng chứng sửa lỗi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F1503-B4FC-4C9E-B9BC-FDF4DD4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D8246-FFCB-4BBC-B53E-3D6127FB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3E3FD-71A5-4311-9E76-04E49FB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67F19-602B-4423-99C6-95570071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C4733-9826-476D-9007-C6D7D44B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6DC85-F905-40C0-978E-5FA6CF54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429D3-74FD-42B1-B9CF-A81907F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9EA90-0FCA-4F5C-9C2A-4EA82D3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Assigned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96313-3B60-430B-816A-055DDB1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6BAB3-F9AF-4C86-B718-A2548549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AD8F6-1731-4688-BDB5-8743A9F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A2174-1E6E-42C6-AC9F-8A34B11F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In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FE2FE-6DF4-4631-9CD9-066BC572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7C2CC-2918-4F88-911A-AFB97000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5B9F5-53BC-449B-BC7A-B6CA538D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8FA1D-B750-4C35-90B2-97BB4120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1755A-4099-435C-B90D-7DD4D87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8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3D5B8-4C4A-4121-A5B7-FE75D65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6F038-F3AE-4754-A913-E1C376FF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DB3CE-2E14-41E4-A431-50436088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0D428-FE88-4BE2-AC7F-FF325D27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04ECD9-A721-4927-AF15-3542665B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5C70F7-9B48-4E87-9EB3-27867A90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Closed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4493D-F3ED-4EE8-8963-C462A61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63D47-0B4F-464D-B9AE-9D1F945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A67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6C4D2-FAAE-4AA4-8C40-A628106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BB49E-8C05-4667-BC4F-814F93F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6D8E88-0DFA-46EE-9138-52EAC9A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Lệch múi giờ hoàn tiền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UTC vs UTC+7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85D1CE-5EFF-4297-B5ED-B866A307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821819-3780-4C19-9941-3948F1F4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072C65-8F6C-4C93-AA46-C157B384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4F72E-AF68-411C-ABA8-10797590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MEDIUM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639A07-D530-4C9B-9D01-E9FE8C7B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DF_REG_01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7F693F-7EF8-4638-A540-300133A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Email hai dấu chấm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được Zod chấp nhận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F21105-ACAF-461A-AF9B-16C9A3F9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BF2B7B-4BB8-4D0F-8175-A4BFFCD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599521-8A2E-4945-80A3-18DA994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87BFB4-8DFA-41BD-8363-7B90DEC2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MEDIUM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36D596-6A28-499B-A517-66B4D47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4E4FE4-D101-4E9B-BC74-B05E04C8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Webhook thiếu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success indicator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273AD1-46C2-4D84-96A7-254C396D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C9F49C-E0E4-4511-AC39-D4464BE9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1125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A99D4C-8199-4BB5-9E98-51A28F6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686F23-DBB7-4EC8-8D9C-C64E7B93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DEFECTS CLOSED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996A3F-9F33-49F2-8352-CDD45032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Không còn defect Critical/High mở trước khi bàn giao</a:t>
            </a:r>
          </a:p>
        </p:txBody>
      </p:sp>
    </p:spTree>
    <p:extLst>
      <p:ext uri="{BB962C8B-B14F-4D97-AF65-F5344CB8AC3E}">
        <p14:creationId xmlns:p14="http://schemas.microsoft.com/office/powerpoint/2010/main" val="1774354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406A9-A426-48CD-919F-70B08D70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FBF0-6394-496A-9DDE-0437597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AI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4E0AD-FAD0-4F36-9D66-11120690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2C5D2-659B-4128-892F-91EB693E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AI tăng tốc khởi tạo — nhóm vẫn chịu trách nhiệm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72FF7-A112-4CB1-B3D7-6357B864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8052D-75BE-49AD-86C0-7DCAD36D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Prompt engineering hiệu quả khi mọi gợi ý đều được review bằng tài liệu và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C35EF-8D25-4C62-9FAC-5456EBD8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6FEF1-7DB6-48DC-AA9F-2AF4920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89C"/>
                </a:solidFill>
              </a:defRPr>
            </a:pPr>
            <a:r>
              <a:rPr sz="1650" b="1">
                <a:solidFill>
                  <a:srgbClr val="00D89C"/>
                </a:solidFill>
              </a:rPr>
              <a:t>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2D281-7490-40ED-B2D3-5E23DCA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Boilerplate test &amp; NextRequest mocks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A5CF3-F2F0-4E7F-99FD-7C27577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3CF7F-D20C-4414-BA71-A339A0D5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BEE8"/>
                </a:solidFill>
              </a:defRPr>
            </a:pPr>
            <a:r>
              <a:rPr sz="1650" b="1">
                <a:solidFill>
                  <a:srgbClr val="08BEE8"/>
                </a:solidFill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A7F6E-40EA-42AF-8334-FC65071B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Use Case branches &amp; workspace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384F3-12C2-4AAC-8FA4-8B46B913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551E5-CB10-4393-90D5-36959DC1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38F0"/>
                </a:solidFill>
              </a:defRPr>
            </a:pPr>
            <a:r>
              <a:rPr sz="1650" b="1">
                <a:solidFill>
                  <a:srgbClr val="D938F0"/>
                </a:solidFill>
              </a:rPr>
              <a:t>GitHub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EE960-AEE6-473A-A1D6-EE6CA207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Gợi ý mã trong 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7656D-D3DC-44E0-B7B1-40F51D3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81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45C62-754B-4AA3-8BBB-1A6100D7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3AD73-8B2D-416C-A10B-C186CC98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GIÁ TRỊ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3C8E1-1AB8-45BB-B2D6-C9A76C5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~50%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2663B-7ABE-4B41-A6C9-C7CDCB0F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BOILERPLATE ĐƯỢC HỖ TRỢ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C780A-F922-4F8D-A6BA-64F7B391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Tiết kiệm thời gian khởi tạo để tập trung vào logic nghiệp vụ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529A7-31ED-4889-8CAE-E3CB955E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562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1172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0C200-FF4A-44FB-B840-2193BCB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4EE60-9A51-40ED-8ACC-42C9AD0A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AI MISTAKES → HUMAN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F19B4-64EE-4F7A-B79F-5307AF2C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D2045-4B5C-41EE-8837-8004E823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UTC cứng làm refund test fail ngẫu nhiên → dùng ngày động / clock kiểm soát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FDD5C-33CB-44B9-BAB0-B99FC9AD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397E9-261B-454E-9193-AA4EC4C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Cú pháp RTL cũ → đối chiếu tài liệu v16 và cập nhật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C3453-2FCA-41E3-8F3B-FD9EE24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Nguyên tắc: AI đề xuất • Con người xác minh • Test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636667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9EEF84-9FC4-4A58-BD25-0CC3CE74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4D054-67CC-4760-B3E2-7D190A3E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ĐÓNG GÓP THÀNH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88C70-915A-4128-BE38-6179A81C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06039-1DB3-4386-BB68-658B6505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Phân công rõ vai trò, nhưng chất lượng là trách nhiệm chung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69B97-27F6-4822-B246-71FAC98E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AD7AC-D1D1-44CB-B5C0-0159A57E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04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đóng góp gắn với deliverable và pull request có thể truy vết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6630-E1FE-4521-B3A0-5BCE24D3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solidFill>
              <a:srgbClr val="4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DF7A1-A65F-4825-8D3C-67E9A90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3FC4E-37E6-4588-9155-B3133F3C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8DFF"/>
                </a:solidFill>
              </a:defRPr>
            </a:pPr>
            <a:r>
              <a:rPr sz="1125" b="1">
                <a:solidFill>
                  <a:srgbClr val="4D8DFF"/>
                </a:solidFill>
              </a:rPr>
              <a:t>PM / Tester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F7C69-EE20-4D13-A7DA-1C0F2F9F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Kế hoạch • Decision Table •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64186-7FF8-4769-A3BB-F1DFA3A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0A8E6-86A4-432B-8652-2ABC9458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#1 • #3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A5A68-34EA-45DB-8A49-BE4E47B0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24CF7-8AB3-4EE3-8473-1D099D7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B0D10-447F-4444-8C04-BCF9980C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FC922-82D5-466F-9A48-0605273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Vitest/JSDOM • API tests •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9C79F-3E44-4F8B-B1AC-3E9FCD5E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83BA5-5862-43DF-B324-0F1B141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#6 • #7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11A76-0FB4-46AB-A92E-30E5FD74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E7C7D-633D-455A-BC42-C3EE6D52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7D7B8-6B53-41F7-B43F-9359549F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BEE8"/>
                </a:solidFill>
              </a:defRPr>
            </a:pPr>
            <a:r>
              <a:rPr sz="1125" b="1">
                <a:solidFill>
                  <a:srgbClr val="08BEE8"/>
                </a:solidFill>
              </a:rPr>
              <a:t>Tester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4ED47-8BE3-435B-9646-9B8B5349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Unit Tests • Workspace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29639-3B9B-4732-B9D5-51F7A4F7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38D4A-F169-4DF0-85E1-97713B0B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#2 • #4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F6A16-D72A-4D67-A833-0EB59F90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DCF97-958A-4F5B-8DFA-3D26734F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04C18-B32B-4E97-B0B0-7A39DDA7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Backend 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1E385-CCE3-4A0C-B66F-CA580D9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API • Mock DB • Business fixes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D5D25-604A-415E-987B-569EC46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C0350-4654-4EBD-B0E0-FF7D2F15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81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PR #5 • #8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0E9BF-1BEC-414D-B972-14F01173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3C614-FC3D-481F-B543-DAD1844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C2712C-858F-4527-831B-EBB15F3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38F0"/>
                </a:solidFill>
              </a:defRPr>
            </a:pPr>
            <a:r>
              <a:rPr sz="1125" b="1">
                <a:solidFill>
                  <a:srgbClr val="D938F0"/>
                </a:solidFill>
              </a:rPr>
              <a:t>Frontend Dev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DAFCB-6DEF-46CE-8AE1-506AF976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LoginPage • RTL component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8D7D1-4426-4469-8D12-5CE1C27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BD8091-1EE1-4F02-8536-57771C6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#9 • #10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C90D6-7A25-4B52-81EF-87F1225E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292575-BBA3-4550-B257-ADFB99C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87912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59346-76CE-4472-9F07-CB15A179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4A549-78E8-4B0D-842B-84FE7C27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KẾT LUẬN &amp; BƯỚC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E84CE-9C76-41A2-BBA3-9F38D283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AF26A-5358-467D-AC3C-CA525F4F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Một nền tảng kiểm thử đã hình thành.</a:t>
            </a:r>
          </a:p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Bước tiếp theo là tự động hóa nó trong CI/CD.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773AC-7E33-45EE-8E6B-0086016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49E40-AF03-4293-8154-F8742B96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7BF23-2DC6-419C-9B31-89F15C1F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 / 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6BC7A-4C57-4D32-BA62-0F48DDA1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EBDC1-978C-4958-BDDD-07B4A6A1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9261D-AD08-4482-882D-98FA6E14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&gt;92.5%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0B88D-A630-4A0E-B9B4-898D9400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TARGETED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ED94-E278-4A74-AC0D-13424BC9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C4FBA-B807-4D5D-B736-EE975E70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38F0"/>
                </a:solidFill>
              </a:defRPr>
            </a:pPr>
            <a:r>
              <a:rPr sz="2850" b="1">
                <a:solidFill>
                  <a:srgbClr val="D938F0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1C28C-DFCE-4572-AE0E-705E2A68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DEFECTS CLOSED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74F3C-54F2-4AD3-BFE2-C4F49BA5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A9C0"/>
                </a:solidFill>
              </a:defRPr>
            </a:pPr>
            <a:r>
              <a:rPr sz="1350" b="1">
                <a:solidFill>
                  <a:srgbClr val="9AA9C0"/>
                </a:solidFill>
              </a:rPr>
              <a:t>HƯỚNG PHÁT TRIỂN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0566C-5469-4A27-A5B7-434FB3B9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E5CCB-CFB4-49EF-9BC3-48DAE70C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2528F-37DC-49E3-9655-BE6DCDB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GitHub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5F045-5102-4862-A4F7-2E94CF5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Chạy test và coverage gate trên mỗi Pull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70AC1-5AB9-4342-A14E-41E3FCA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A5438-C87C-46DE-A3FE-2BCEB743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Playwright E2E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FD3D1-AC32-481D-87CB-BC876E20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Mở rộng sang Chrome, Safari và các hành trình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E5A3A-02CB-444B-A8C6-2003406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3143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B2365-CD50-435B-BBBC-CA35F25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READY FOR THE NEXT QUALITY GATE</a:t>
            </a:r>
          </a:p>
        </p:txBody>
      </p:sp>
    </p:spTree>
    <p:extLst>
      <p:ext uri="{BB962C8B-B14F-4D97-AF65-F5344CB8AC3E}">
        <p14:creationId xmlns:p14="http://schemas.microsoft.com/office/powerpoint/2010/main" val="643854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2026-07-19T11:33:08.0350000Z</dcterms:created>
  <dcterms:modified xsi:type="dcterms:W3CDTF">2026-07-19T11:33:08.0350000Z</dcterms:modified>
</coreProperties>
</file>